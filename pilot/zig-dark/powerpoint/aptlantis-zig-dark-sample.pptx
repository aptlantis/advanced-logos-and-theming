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embeddings/sample-data.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1" /><Relationship Type="http://schemas.openxmlformats.org/officeDocument/2006/relationships/extended-properties" Target="/docProps/app.xml" Id="rId2" /><Relationship Type="http://schemas.openxmlformats.org/officeDocument/2006/relationships/officeDocument" Target="/ppt/presentation.xml" Id="rI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2"/>
  </p:sldMasterIdLst>
  <p:notesMasterIdLst>
    <p:notesMasterId xmlns:r="http://schemas.openxmlformats.org/officeDocument/2006/relationships" r:id="rId3"/>
  </p:notesMasterIdLst>
  <p:sldIdLst>
    <p:sldId xmlns:r="http://schemas.openxmlformats.org/officeDocument/2006/relationships" id="256" r:id="rId6"/>
    <p:sldId xmlns:r="http://schemas.openxmlformats.org/officeDocument/2006/relationships" id="257" r:id="rId7"/>
    <p:sldId xmlns:r="http://schemas.openxmlformats.org/officeDocument/2006/relationships" id="258" r:id="rId8"/>
    <p:sldId xmlns:r="http://schemas.openxmlformats.org/officeDocument/2006/relationships" id="259" r:id="rI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Id1" /><Relationship Type="http://schemas.openxmlformats.org/officeDocument/2006/relationships/slideMaster" Target="/ppt/slideMasters/slideMaster1.xml" Id="rId2" /><Relationship Type="http://schemas.openxmlformats.org/officeDocument/2006/relationships/notesMaster" Target="/ppt/notesMasters/notesMaster1.xml" Id="rId3" /><Relationship Type="http://schemas.openxmlformats.org/officeDocument/2006/relationships/presProps" Target="/ppt/presProps.xml" Id="rId4" /><Relationship Type="http://schemas.openxmlformats.org/officeDocument/2006/relationships/tableStyles" Target="/ppt/tableStyles.xml" Id="rId5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I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Aptlantis Zig Dark">
      <a:dk1>
        <a:srgbClr val="000000"/>
      </a:dk1>
      <a:lt1>
        <a:srgbClr val="FCFDF7"/>
      </a:lt1>
      <a:dk2>
        <a:srgbClr val="121212"/>
      </a:dk2>
      <a:lt2>
        <a:srgbClr val="2F91BD"/>
      </a:lt2>
      <a:accent1>
        <a:srgbClr val="EAA548"/>
      </a:accent1>
      <a:accent2>
        <a:srgbClr val="648CAC"/>
      </a:accent2>
      <a:accent3>
        <a:srgbClr val="DA903B"/>
      </a:accent3>
      <a:accent4>
        <a:srgbClr val="648CAC"/>
      </a:accent4>
      <a:accent5>
        <a:srgbClr val="88E6F2"/>
      </a:accent5>
      <a:accent6>
        <a:srgbClr val="FAE0A0"/>
      </a:accent6>
      <a:hlink>
        <a:srgbClr val="EAA548"/>
      </a:hlink>
      <a:folHlink>
        <a:srgbClr val="648CA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1" /><Relationship Type="http://schemas.openxmlformats.org/officeDocument/2006/relationships/notesMaster" Target="/ppt/notesMasters/notesMaster1.xml" Id="rI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Id1" /><Relationship Type="http://schemas.openxmlformats.org/officeDocument/2006/relationships/notesMaster" Target="/ppt/notesMasters/notesMaster1.xml" Id="rI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Id1" /><Relationship Type="http://schemas.openxmlformats.org/officeDocument/2006/relationships/notesMaster" Target="/ppt/notesMasters/notesMaster1.xml" Id="rI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Id1" /><Relationship Type="http://schemas.openxmlformats.org/officeDocument/2006/relationships/notesMaster" Target="/ppt/notesMasters/notesMaster1.xml" Id="rI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908DC8-3D07-5CA4-AA62-E6155A7DE4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372C9C-1C64-5BCA-8139-327210BB54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A65EFFA-6958-5856-8130-10B770F322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C848AD-49F3-5CAD-84F8-157DBF708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FC42E0B-740C-54DE-B78C-C165FE587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B63E54-F24D-5D24-AF14-D60F17D83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1328FB-FD89-5F36-BF19-8FA6C1187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49AFB78-3F56-5B3A-ACBD-9FC99E2AF3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EA8D49-5F51-5989-92D5-E4E32A8BAE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C9B770-FE25-5DCB-A6E2-221F86F3D6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Id1" /><Relationship Type="http://schemas.openxmlformats.org/officeDocument/2006/relationships/slideLayout" Target="/ppt/slideLayouts/slideLayout1.xml" Id="rId2" /><Relationship Type="http://schemas.openxmlformats.org/officeDocument/2006/relationships/slideLayout" Target="/ppt/slideLayouts/slideLayout2.xml" Id="rId3" /><Relationship Type="http://schemas.openxmlformats.org/officeDocument/2006/relationships/slideLayout" Target="/ppt/slideLayouts/slideLayout3.xml" Id="rId4" /><Relationship Type="http://schemas.openxmlformats.org/officeDocument/2006/relationships/slideLayout" Target="/ppt/slideLayouts/slideLayout4.xml" Id="rId5" /><Relationship Type="http://schemas.openxmlformats.org/officeDocument/2006/relationships/slideLayout" Target="/ppt/slideLayouts/slideLayout5.xml" Id="rId6" /><Relationship Type="http://schemas.openxmlformats.org/officeDocument/2006/relationships/slideLayout" Target="/ppt/slideLayouts/slideLayout6.xml" Id="rI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2"/>
    <p:sldLayoutId xmlns:r="http://schemas.openxmlformats.org/officeDocument/2006/relationships" id="2147483650" r:id="rId3"/>
    <p:sldLayoutId xmlns:r="http://schemas.openxmlformats.org/officeDocument/2006/relationships" id="2147483651" r:id="rId4"/>
    <p:sldLayoutId xmlns:r="http://schemas.openxmlformats.org/officeDocument/2006/relationships" id="2147483652" r:id="rId5"/>
    <p:sldLayoutId xmlns:r="http://schemas.openxmlformats.org/officeDocument/2006/relationships" id="2147483653" r:id="rId6"/>
    <p:sldLayoutId xmlns:r="http://schemas.openxmlformats.org/officeDocument/2006/relationships" id="2147483654" r:id="rI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Aptlantis Zig Dark">
      <a:dk1>
        <a:srgbClr val="000000"/>
      </a:dk1>
      <a:lt1>
        <a:srgbClr val="FCFDF7"/>
      </a:lt1>
      <a:dk2>
        <a:srgbClr val="121212"/>
      </a:dk2>
      <a:lt2>
        <a:srgbClr val="2F91BD"/>
      </a:lt2>
      <a:accent1>
        <a:srgbClr val="EAA548"/>
      </a:accent1>
      <a:accent2>
        <a:srgbClr val="648CAC"/>
      </a:accent2>
      <a:accent3>
        <a:srgbClr val="DA903B"/>
      </a:accent3>
      <a:accent4>
        <a:srgbClr val="648CAC"/>
      </a:accent4>
      <a:accent5>
        <a:srgbClr val="88E6F2"/>
      </a:accent5>
      <a:accent6>
        <a:srgbClr val="FAE0A0"/>
      </a:accent6>
      <a:hlink>
        <a:srgbClr val="EAA548"/>
      </a:hlink>
      <a:folHlink>
        <a:srgbClr val="648CA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1.xml" Id="rI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2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notesSlide" Target="/ppt/notesSlides/notesSlide3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4.xml" Id="rId3" /></Relationships>
</file>

<file path=ppt/slides/charts/_rels/chart1.xml.rels><Relationships xmlns="http://schemas.openxmlformats.org/package/2006/relationships"><Relationship Id="rId1" Type="http://schemas.openxmlformats.org/officeDocument/2006/relationships/package" Target="../../embeddings/sample-data.xlsx"/></Relationships>
</file>

<file path=ppt/slides/charts/chart1.xml><?xml version="1.0" encoding="utf-8"?>
<ns0:chartSpace xmlns:a="http://schemas.openxmlformats.org/drawingml/2006/main" xmlns:ns0="http://schemas.openxmlformats.org/drawingml/2006/chart" xmlns:ns2="http://schemas.openxmlformats.org/officeDocument/2006/relationships">
  <ns0:lang val="en-US"/>
  <ns0:chart>
    <ns0:plotArea>
      <ns0:barChart>
        <ns0:barDir val="col"/>
        <ns0:grouping val="clustered"/>
        <ns0:varyColors val="0"/>
        <ns0:ser>
          <ns0:idx val="0"/>
          <ns0:order val="0"/>
          <ns0:tx>
            <ns0:v>Accent 1</ns0:v>
          </ns0:tx>
          <ns0:spPr>
            <a:solidFill>
              <a:schemeClr val="accent1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Sheet1!$B$2:$B$3</ns0:f>
              <ns0:numCache>
                <ns0:formatCode>General</ns0:formatCode>
                <ns0:ptCount val="2"/>
                <ns0:pt idx="0">
                  <ns0:v>4</ns0:v>
                </ns0:pt>
                <ns0:pt idx="1">
                  <ns0:v>10</ns0:v>
                </ns0:pt>
              </ns0:numCache>
            </ns0:numRef>
          </ns0:val>
        </ns0:ser>
        <ns0:ser>
          <ns0:idx val="1"/>
          <ns0:order val="1"/>
          <ns0:tx>
            <ns0:v>Accent 2</ns0:v>
          </ns0:tx>
          <ns0:spPr>
            <a:solidFill>
              <a:schemeClr val="accent2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Sheet1!$C$2:$C$3</ns0:f>
              <ns0:numCache>
                <ns0:formatCode>General</ns0:formatCode>
                <ns0:ptCount val="2"/>
                <ns0:pt idx="0">
                  <ns0:v>5</ns0:v>
                </ns0:pt>
                <ns0:pt idx="1">
                  <ns0:v>9</ns0:v>
                </ns0:pt>
              </ns0:numCache>
            </ns0:numRef>
          </ns0:val>
        </ns0:ser>
        <ns0:ser>
          <ns0:idx val="2"/>
          <ns0:order val="2"/>
          <ns0:tx>
            <ns0:v>Accent 3</ns0:v>
          </ns0:tx>
          <ns0:spPr>
            <a:solidFill>
              <a:schemeClr val="accent3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Sheet1!$D$2:$D$3</ns0:f>
              <ns0:numCache>
                <ns0:formatCode>General</ns0:formatCode>
                <ns0:ptCount val="2"/>
                <ns0:pt idx="0">
                  <ns0:v>6</ns0:v>
                </ns0:pt>
                <ns0:pt idx="1">
                  <ns0:v>8</ns0:v>
                </ns0:pt>
              </ns0:numCache>
            </ns0:numRef>
          </ns0:val>
        </ns0:ser>
        <ns0:ser>
          <ns0:idx val="3"/>
          <ns0:order val="3"/>
          <ns0:tx>
            <ns0:v>Accent 4</ns0:v>
          </ns0:tx>
          <ns0:spPr>
            <a:solidFill>
              <a:schemeClr val="accent4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Sheet1!$E$2:$E$3</ns0:f>
              <ns0:numCache>
                <ns0:formatCode>General</ns0:formatCode>
                <ns0:ptCount val="2"/>
                <ns0:pt idx="0">
                  <ns0:v>7</ns0:v>
                </ns0:pt>
                <ns0:pt idx="1">
                  <ns0:v>7</ns0:v>
                </ns0:pt>
              </ns0:numCache>
            </ns0:numRef>
          </ns0:val>
        </ns0:ser>
        <ns0:ser>
          <ns0:idx val="4"/>
          <ns0:order val="4"/>
          <ns0:tx>
            <ns0:v>Accent 5</ns0:v>
          </ns0:tx>
          <ns0:spPr>
            <a:solidFill>
              <a:schemeClr val="accent5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Sheet1!$F$2:$F$3</ns0:f>
              <ns0:numCache>
                <ns0:formatCode>General</ns0:formatCode>
                <ns0:ptCount val="2"/>
                <ns0:pt idx="0">
                  <ns0:v>8</ns0:v>
                </ns0:pt>
                <ns0:pt idx="1">
                  <ns0:v>6</ns0:v>
                </ns0:pt>
              </ns0:numCache>
            </ns0:numRef>
          </ns0:val>
        </ns0:ser>
        <ns0:ser>
          <ns0:idx val="5"/>
          <ns0:order val="5"/>
          <ns0:tx>
            <ns0:v>Accent 6</ns0:v>
          </ns0:tx>
          <ns0:spPr>
            <a:solidFill>
              <a:schemeClr val="accent6"/>
            </a:solidFill>
          </ns0:spPr>
          <ns0:cat>
            <ns0:strRef>
              <ns0:f>Sheet1!$A$2:$A$3</ns0:f>
              <ns0:strCache>
                <ns0:ptCount val="2"/>
                <ns0:pt idx="0">
                  <ns0:v>Sample A</ns0:v>
                </ns0:pt>
                <ns0:pt idx="1">
                  <ns0:v>Sample B</ns0:v>
                </ns0:pt>
              </ns0:strCache>
            </ns0:strRef>
          </ns0:cat>
          <ns0:val>
            <ns0:numRef>
              <ns0:f>Sheet1!$G$2:$G$3</ns0:f>
              <ns0:numCache>
                <ns0:formatCode>General</ns0:formatCode>
                <ns0:ptCount val="2"/>
                <ns0:pt idx="0">
                  <ns0:v>9</ns0:v>
                </ns0:pt>
                <ns0:pt idx="1">
                  <ns0:v>5</ns0:v>
                </ns0:pt>
              </ns0:numCache>
            </ns0:numRef>
          </ns0:val>
        </ns0:ser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72768"/>
      </ns0:catAx>
      <ns0:valAx>
        <ns0:axId val="48672768"/>
        <ns0:scaling>
          <ns0:orientation val="minMax"/>
        </ns0:scaling>
        <ns0:delete val="0"/>
        <ns0:axPos val="l"/>
        <ns0:majorGridlines>
          <ns0:spPr>
            <a:ln w="9525">
              <a:solidFill>
                <a:schemeClr val="lt2"/>
              </a:solidFill>
            </a:ln>
          </ns0:spPr>
        </ns0:majorGridlines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</a:p>
        </ns0:txPr>
        <ns0:crossAx val="48650112"/>
        <ns0:crossBetween val="between"/>
      </ns0:valAx>
      <ns0:spPr>
        <a:solidFill>
          <a:schemeClr val="dk1"/>
        </a:solidFill>
      </ns0:spPr>
    </ns0:plotArea>
    <ns0:legend>
      <ns0:legendPos val="b"/>
      <ns0:overlay val="0"/>
      <ns0:txPr>
        <a:bodyPr anchorCtr="1"/>
        <a:lstStyle/>
        <a:p>
          <a:pPr>
            <a:defRPr sz="1800">
              <a:solidFill>
                <a:schemeClr val="lt1"/>
              </a:solidFill>
              <a:latin typeface="Arial"/>
              <a:ea typeface="Arial"/>
              <a:cs typeface="Arial"/>
            </a:defRPr>
          </a:pPr>
        </a:p>
      </ns0:txPr>
    </ns0:legend>
    <ns0:plotVisOnly val="1"/>
  </ns0:chart>
  <ns0:spPr>
    <a:solidFill>
      <a:schemeClr val="dk1"/>
    </a:solidFill>
  </ns0:spPr>
  <ns0:externalData ns2:id="rId1">
    <ns0:autoUpdate val="0"/>
  </ns0:externalData>
</ns0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D1096-2690-57ED-8F25-E06A5129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Aptlantis Zig Dark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F896F-EB1B-56CD-8C7F-B5DFBF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Dark theme · PowerPoint sample</a:t>
            </a:r>
          </a:p>
        </p:txBody>
      </p:sp>
    </p:spTree>
    <p:extLst>
      <p:ext uri="{BB962C8B-B14F-4D97-AF65-F5344CB8AC3E}">
        <p14:creationId xmlns:p14="http://schemas.microsoft.com/office/powerpoint/2010/main" val="3"/>
      </p:ext>
    </p:extLst>
  </p:cSld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7" name="">
            <a:extLst>
              <a:ext uri="{FF2B5EF4-FFF2-40B4-BE49-F238E27FC236}">
                <ns2:creationId id="{0BEC3F87-66B8-5E5C-B829-3AF9D764A1EC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Typography and content</a:t>
            </a:r>
          </a:p>
        </ns0:txBody>
      </ns0:sp>
      <ns0:sp>
        <ns0:nvSpPr>
          <ns0:cNvPr id="2" name="">
            <a:extLst>
              <a:ext uri="{FF2B5EF4-FFF2-40B4-BE49-F238E27FC236}">
                <ns2:creationId id="{287F3784-A928-5134-AAB0-E6D463215840}"/>
              </a:ext>
            </a:extLst>
          </ns0:cNvPr>
          <ns0:cNvSpPr>
            <a:spLocks noGrp="1"/>
          </ns0:cNvSpPr>
          <ns0:nvPr/>
        </ns0:nvSpPr>
        <ns0:spPr>
          <a:xfrm>
            <a:off x="609600" y="1562100"/>
            <a:ext cx="10820400" cy="857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85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chemeClr val="accent2"/>
                </a:solidFill>
                <a:latin typeface="Arial"/>
                <a:ea typeface="Arial"/>
                <a:cs typeface="Arial"/>
              </a:rPr>
              <a:t>A presentation shaped by its source palette</a:t>
            </a:r>
          </a:p>
        </ns0:txBody>
      </ns0:sp>
      <ns0:sp>
        <ns0:nvSpPr>
          <ns0:cNvPr id="3" name="">
            <a:extLst>
              <a:ext uri="{FF2B5EF4-FFF2-40B4-BE49-F238E27FC236}">
                <ns2:creationId id="{B73120A0-9D01-5824-9999-C2D3D8FF353B}"/>
              </a:ext>
            </a:extLst>
          </ns0:cNvPr>
          <ns0:cNvSpPr>
            <a:spLocks noGrp="1"/>
          </ns0:cNvSpPr>
          <ns0:nvPr/>
        </ns0:nvSpPr>
        <ns0:spPr>
          <a:xfrm>
            <a:off x="609600" y="2857500"/>
            <a:ext cx="10287000" cy="1238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chemeClr val="lt1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chemeClr val="lt1"/>
                </a:solidFill>
                <a:latin typeface="Arial"/>
                <a:ea typeface="Arial"/>
                <a:cs typeface="Arial"/>
              </a:rPr>
              <a:t>Body text should stay readable through longer passages. This sample uses the native Office theme slots for its text and chart colors.</a:t>
            </a:r>
          </a:p>
        </ns0:txBody>
      </ns0:sp>
      <ns0:sp>
        <ns0:nvSpPr>
          <ns0:cNvPr id="4" name="">
            <a:extLst>
              <a:ext uri="{FF2B5EF4-FFF2-40B4-BE49-F238E27FC236}">
                <ns2:creationId id="{1B0D8948-DA65-5EBD-ADB2-72ADBD51E0F9}"/>
              </a:ext>
            </a:extLst>
          </ns0:cNvPr>
          <ns0:cNvSpPr>
            <a:spLocks noGrp="1"/>
          </ns0:cNvSpPr>
          <ns0:nvPr/>
        </ns0:nvSpPr>
        <ns0:spPr>
          <a:xfrm>
            <a:off x="609600" y="4667250"/>
            <a:ext cx="10287000" cy="49530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Secondary text and supporting detail</a:t>
            </a:r>
          </a:p>
        </ns0:txBody>
      </ns0:sp>
      <ns0:sp>
        <ns0:nvSpPr>
          <ns0:cNvPr id="5" name="">
            <a:extLst>
              <a:ext uri="{FF2B5EF4-FFF2-40B4-BE49-F238E27FC236}">
                <ns2:creationId id="{965C0642-A314-5B32-91C2-F2812F5738CF}"/>
              </a:ext>
            </a:extLst>
          </ns0:cNvPr>
          <ns0:cNvSpPr>
            <a:spLocks noGrp="1"/>
          </ns0:cNvSpPr>
          <ns0:nvPr/>
        </ns0:nvSpPr>
        <ns0:spPr>
          <a:xfrm>
            <a:off x="609600" y="5391150"/>
            <a:ext cx="504825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hlink"/>
                </a:solidFill>
                <a:latin typeface="Arial"/>
                <a:ea typeface="Arial"/>
                <a:cs typeface="Arial"/>
              </a:rPr>
              <a:t>Hyperlink color</a:t>
            </a:r>
          </a:p>
        </ns0:txBody>
      </ns0:sp>
      <ns0:sp>
        <ns0:nvSpPr>
          <ns0:cNvPr id="6" name="">
            <a:extLst>
              <a:ext uri="{FF2B5EF4-FFF2-40B4-BE49-F238E27FC236}">
                <ns2:creationId id="{E5FAD7E1-FCB9-5EE2-95EF-CEDB8AA08266}"/>
              </a:ext>
            </a:extLst>
          </ns0:cNvPr>
          <ns0:cNvSpPr>
            <a:spLocks noGrp="1"/>
          </ns0:cNvSpPr>
          <ns0:nvPr/>
        </ns0:nvSpPr>
        <ns0:spPr>
          <a:xfrm>
            <a:off x="6000750" y="5391150"/>
            <a:ext cx="5524500" cy="4762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chemeClr val="folHlink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chemeClr val="folHlink"/>
                </a:solidFill>
                <a:latin typeface="Arial"/>
                <a:ea typeface="Arial"/>
                <a:cs typeface="Arial"/>
              </a:rPr>
              <a:t>Followed hyperlink color</a:t>
            </a:r>
          </a:p>
        </ns0:txBody>
      </ns0:sp>
    </ns0:spTree>
    <ns0:extLst>
      <ns0:ext uri="{BB962C8B-B14F-4D97-AF65-F5344CB8AC3E}">
        <ns3:creationId val="7"/>
      </ns0:ext>
    </ns0:extLst>
  </ns0:cSld>
</ns0:sld>
</file>

<file path=ppt/slides/slide3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chemeClr val="dk1"/>
        </a:solidFill>
      </ns0:bgPr>
    </ns0:bg>
    <ns0:spTree>
      <ns0:nvGrpSpPr>
        <ns0:cNvPr id="1" name=""/>
        <ns0:cNvGrpSpPr/>
        <ns0:nvPr/>
      </ns0:nvGrpSpPr>
      <ns0:grpSpPr>
        <a:xfrm/>
      </ns0:grpSpPr>
      <ns0:sp>
        <ns0:nvSpPr>
          <ns0:cNvPr id="3" name="">
            <a:extLst>
              <a:ext uri="{FF2B5EF4-FFF2-40B4-BE49-F238E27FC236}">
                <ns2:creationId id="{A4A7EEB7-7563-564C-B40C-1C9EB0D5CE75}"/>
              </a:ext>
            </a:extLst>
          </ns0:cNvPr>
          <ns0:cNvSpPr>
            <a:spLocks noGrp="1"/>
          </ns0:cNvSpPr>
          <ns0:nvPr/>
        </ns0:nvSpPr>
        <ns0:spPr>
          <a:xfrm>
            <a:off x="609600" y="457200"/>
            <a:ext cx="10972800" cy="704850"/>
          </a:xfrm>
          <a:prstGeom prst="rect">
            <a:avLst/>
          </a:prstGeom>
          <a:noFill/>
          <a:ln w="0">
            <a:noFill/>
          </a:ln>
        </ns0:spPr>
        <ns0:txBody>
          <a:bodyPr/>
          <a:lstStyle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Office color slots</a:t>
            </a:r>
          </a:p>
        </ns0:txBody>
      </ns0:sp>
      <ns0:graphicFrame>
        <ns0:nvGraphicFramePr>
          <ns0:cNvPr id="2" name="">
            <a:extLst>
              <a:ext uri="{FF2B5EF4-FFF2-40B4-BE49-F238E27FC236}">
                <ns2:creationId id="{934CF3E2-954A-5778-9E1C-2CFFDAF3B8D9}"/>
              </a:ext>
            </a:extLst>
          </ns0:cNvPr>
          <ns0:cNvGraphicFramePr/>
          <ns0:nvPr/>
        </ns0:nvGraphicFramePr>
        <ns0:xfrm>
          <a:off x="609600" y="1352550"/>
          <a:ext cx="10972800" cy="4953000"/>
        </ns0:xfrm>
        <a:graphic>
          <a:graphicData uri="http://schemas.openxmlformats.org/drawingml/2006/table">
            <a:tbl>
              <a:tblPr/>
              <a:tblGrid>
                <a:gridCol w="1809750"/>
                <a:gridCol w="3333750"/>
                <a:gridCol w="2381250"/>
                <a:gridCol w="3448050"/>
              </a:tblGrid>
              <a:tr h="381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Office slot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Mapped role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Color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chemeClr val="accent1"/>
                          </a:solidFill>
                          <a:latin typeface="Arial"/>
                          <a:ea typeface="Arial"/>
                          <a:cs typeface="Arial"/>
                        </a:rPr>
                        <a:t>Swatch</a:t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background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#000000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foreground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#FCFDF7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dk2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panel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#121212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lt2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muted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#2F91BD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accent1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#EAA548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#648CAC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accent3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keyword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#DA903B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accent4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string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#648CAC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accent5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number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#88E6F2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accent6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type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#FAE0A0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#EAA548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hlink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folHlink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secondary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#648CAC</a:t>
                      </a:r>
                    </a:p>
                  </a:txBody>
                  <a:tcPr marL="114300" marR="114300" marT="19050" marB="19050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114300" marR="114300" marT="19050" marB="19050">
                    <a:solidFill>
                      <a:schemeClr val="folHlink"/>
                    </a:solidFill>
                  </a:tcPr>
                </a:tc>
              </a:tr>
            </a:tbl>
          </a:graphicData>
        </a:graphic>
      </ns0:graphicFrame>
    </ns0:spTree>
    <ns0:extLst>
      <ns0:ext uri="{BB962C8B-B14F-4D97-AF65-F5344CB8AC3E}">
        <ns3:creationId val="3"/>
      </ns0:ext>
    </ns0:extLst>
  </ns0:cSld>
</ns0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dk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59B10-86FC-5B95-9391-B1990899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chemeClr val="accent1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Accent colors in an editable chart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0C0D79-EEA1-5C06-BB93-1CEDD8E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chemeClr val="lt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chemeClr val="lt2"/>
                </a:solidFill>
                <a:latin typeface="Arial"/>
                <a:ea typeface="Arial"/>
                <a:cs typeface="Arial"/>
              </a:rPr>
              <a:t>Illustrative sample values · no measured project data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076D99C-E2DA-510A-9857-AE1E0480C11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</p:spTree>
    <p:extLst>
      <p:ext uri="{BB962C8B-B14F-4D97-AF65-F5344CB8AC3E}">
        <p14:creationId xmlns:p14="http://schemas.microsoft.com/office/powerpoint/2010/main" val="4"/>
      </p:ext>
    </p:extLst>
  </p:cSld>
</p:sld>
</file>

<file path=ppt/theme/theme1.xml><?xml version="1.0" encoding="utf-8"?>
<a:theme xmlns:a="http://schemas.openxmlformats.org/drawingml/2006/main" name="ChatGPT">
  <a:themeElements>
    <a:clrScheme name="Aptlantis Zig Dark">
      <a:dk1>
        <a:srgbClr val="000000"/>
      </a:dk1>
      <a:lt1>
        <a:srgbClr val="FCFDF7"/>
      </a:lt1>
      <a:dk2>
        <a:srgbClr val="121212"/>
      </a:dk2>
      <a:lt2>
        <a:srgbClr val="2F91BD"/>
      </a:lt2>
      <a:accent1>
        <a:srgbClr val="EAA548"/>
      </a:accent1>
      <a:accent2>
        <a:srgbClr val="648CAC"/>
      </a:accent2>
      <a:accent3>
        <a:srgbClr val="DA903B"/>
      </a:accent3>
      <a:accent4>
        <a:srgbClr val="648CAC"/>
      </a:accent4>
      <a:accent5>
        <a:srgbClr val="88E6F2"/>
      </a:accent5>
      <a:accent6>
        <a:srgbClr val="FAE0A0"/>
      </a:accent6>
      <a:hlink>
        <a:srgbClr val="EAA548"/>
      </a:hlink>
      <a:folHlink>
        <a:srgbClr val="648CA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ptlantis Zig Dar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2026-01-01T00:00:00Z</ns2:created>
  <ns2:modified xsi:type="dcterms:W3CDTF">2026-01-01T00:00:00Z</ns2:modified>
</ns0:coreProperties>
</file>