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ba28b10-61bb-4cd2-53cf-de983c35c5e4}">
          <p14:sldIdLst>
            <p14:sldId id="256"/>
            <p14:sldId id="257"/>
          </p14:sldIdLst>
        </p14:section>
        <p14:section name="Text" id="{252bbd4e-0826-7676-ceb2-873c8da73d5f}">
          <p14:sldIdLst>
            <p14:sldId id="258"/>
            <p14:sldId id="259"/>
            <p14:sldId id="260"/>
            <p14:sldId id="261"/>
          </p14:sldIdLst>
        </p14:section>
        <p14:section name="Pictures" id="{2deb645a-4a0f-788d-e2d3-8662729f3c3e}">
          <p14:sldIdLst>
            <p14:sldId id="262"/>
            <p14:sldId id="263"/>
            <p14:sldId id="264"/>
            <p14:sldId id="265"/>
          </p14:sldIdLst>
        </p14:section>
        <p14:section name="Structure" id="{4719c3c0-3c9a-a8d2-f8ad-d5b1e5039f9a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Data" id="{85ece18c-82b1-79d5-5044-a599b17545a0}">
          <p14:sldIdLst>
            <p14:sldId id="273"/>
            <p14:sldId id="274"/>
            <p14:sldId id="275"/>
            <p14:sldId id="276"/>
            <p14:sldId id="277"/>
          </p14:sldIdLst>
        </p14:section>
        <p14:section name="Closing" id="{d38632cf-0fce-158a-a6a2-68322e5ecbf1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Category A</c:v>
                  </c:pt>
                  <c:pt idx="1">
                    <c:v>Category B</c:v>
                  </c:pt>
                  <c:pt idx="2">
                    <c:v>Category C</c:v>
                  </c:pt>
                  <c:pt idx="3">
                    <c:v>Category D</c:v>
                  </c:pt>
                  <c:pt idx="4">
                    <c:v>Category 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</c:v>
                </c:pt>
                <c:pt idx="1">
                  <c:v>5.1</c:v>
                </c:pt>
                <c:pt idx="2">
                  <c:v>6.3</c:v>
                </c:pt>
                <c:pt idx="3">
                  <c:v>7.4</c:v>
                </c:pt>
                <c:pt idx="4">
                  <c:v>8.8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Category A</c:v>
                  </c:pt>
                  <c:pt idx="1">
                    <c:v>Category B</c:v>
                  </c:pt>
                  <c:pt idx="2">
                    <c:v>Category C</c:v>
                  </c:pt>
                  <c:pt idx="3">
                    <c:v>Category D</c:v>
                  </c:pt>
                  <c:pt idx="4">
                    <c:v>Category 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3.1</c:v>
                </c:pt>
                <c:pt idx="1">
                  <c:v>4.4</c:v>
                </c:pt>
                <c:pt idx="2">
                  <c:v>4.9</c:v>
                </c:pt>
                <c:pt idx="3">
                  <c:v>5.2</c:v>
                </c:pt>
                <c:pt idx="4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chemeClr val="tx2">
                  <a:alpha val="30000"/>
                </a:schemeClr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chemeClr val="tx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 w="38100" cap="flat">
              <a:solidFill>
                <a:schemeClr val="accent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chemeClr val="accent1"/>
              </a:solidFill>
              <a:ln w="9525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</c:v>
                </c:pt>
                <c:pt idx="1">
                  <c:v>15</c:v>
                </c:pt>
                <c:pt idx="2">
                  <c:v>14</c:v>
                </c:pt>
                <c:pt idx="3">
                  <c:v>19</c:v>
                </c:pt>
                <c:pt idx="4">
                  <c:v>23</c:v>
                </c:pt>
                <c:pt idx="5">
                  <c:v>26</c:v>
                </c:pt>
                <c:pt idx="6">
                  <c:v>25</c:v>
                </c:pt>
                <c:pt idx="7">
                  <c:v>31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 w="38100" cap="flat">
              <a:solidFill>
                <a:schemeClr val="accent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chemeClr val="accent3"/>
              </a:solidFill>
              <a:ln w="9525" cap="flat">
                <a:solidFill>
                  <a:schemeClr val="accent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</c:v>
                </c:pt>
                <c:pt idx="1">
                  <c:v>9</c:v>
                </c:pt>
                <c:pt idx="2">
                  <c:v>12</c:v>
                </c:pt>
                <c:pt idx="3">
                  <c:v>13</c:v>
                </c:pt>
                <c:pt idx="4">
                  <c:v>15</c:v>
                </c:pt>
                <c:pt idx="5">
                  <c:v>14</c:v>
                </c:pt>
                <c:pt idx="6">
                  <c:v>18</c:v>
                </c:pt>
                <c:pt idx="7">
                  <c:v>20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6"/>
            </a:solidFill>
            <a:ln w="38100" cap="flat">
              <a:solidFill>
                <a:schemeClr val="accent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chemeClr val="accent6"/>
              </a:solidFill>
              <a:ln w="9525" cap="flat">
                <a:solidFill>
                  <a:schemeClr val="accent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8</c:v>
                </c:pt>
                <c:pt idx="4">
                  <c:v>9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chemeClr val="tx2">
                  <a:alpha val="30000"/>
                </a:schemeClr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chemeClr val="tx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accent1"/>
              </a:solidFill>
              <a:ln w="25400" cap="flat">
                <a:solidFill>
                  <a:schemeClr val="bg2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25400" cap="flat">
                <a:solidFill>
                  <a:schemeClr val="bg2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25400" cap="flat">
                <a:solidFill>
                  <a:schemeClr val="bg2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chemeClr val="accent6"/>
              </a:solidFill>
              <a:ln w="25400" cap="flat">
                <a:solidFill>
                  <a:schemeClr val="bg2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Segment A</c:v>
                </c:pt>
                <c:pt idx="1">
                  <c:v>Segment B</c:v>
                </c:pt>
                <c:pt idx="2">
                  <c:v>Segment C</c:v>
                </c:pt>
                <c:pt idx="3">
                  <c:v>Segment 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28</c:v>
                </c:pt>
                <c:pt idx="2">
                  <c:v>20</c:v>
                </c:pt>
                <c:pt idx="3">
                  <c:v>12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chemeClr val="tx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9</c:v>
                </c:pt>
                <c:pt idx="2">
                  <c:v>7</c:v>
                </c:pt>
                <c:pt idx="3">
                  <c:v>12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868680"/>
            <a:ext cx="5120640" cy="5120640"/>
          </a:xfrm>
          <a:prstGeom prst="ellipse">
            <a:avLst/>
          </a:prstGeom>
          <a:noFill/>
          <a:ln w="12700">
            <a:solidFill>
              <a:schemeClr val="accent2">
                <a:alpha val="45000"/>
              </a:scheme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98080" y="1600200"/>
            <a:ext cx="3657600" cy="3657600"/>
          </a:xfrm>
          <a:prstGeom prst="ellipse">
            <a:avLst/>
          </a:prstGeom>
          <a:noFill/>
          <a:ln w="12700">
            <a:solidFill>
              <a:schemeClr val="accent2">
                <a:alpha val="55000"/>
              </a:scheme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229600" y="2331720"/>
            <a:ext cx="2194560" cy="2194560"/>
          </a:xfrm>
          <a:prstGeom prst="ellipse">
            <a:avLst/>
          </a:prstGeom>
          <a:noFill/>
          <a:ln w="12700">
            <a:solidFill>
              <a:schemeClr val="accent2">
                <a:alpha val="65000"/>
              </a:scheme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102241" y="1596717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2229" y="4196045"/>
            <a:ext cx="219456" cy="21945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itle 7"/>
          <p:cNvSpPr/>
          <p:nvPr>
            <p:ph idx="105" type="title" hasCustomPrompt="1"/>
          </p:nvPr>
        </p:nvSpPr>
        <p:spPr>
          <a:xfrm>
            <a:off x="640080" y="1554480"/>
            <a:ext cx="640080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Presentation title</a:t>
            </a:r>
            <a:endParaRPr lang="en-US" sz="4800" dirty="0"/>
          </a:p>
        </p:txBody>
      </p:sp>
      <p:sp>
        <p:nvSpPr>
          <p:cNvPr id="8" name="Text Placeholder 8"/>
          <p:cNvSpPr/>
          <p:nvPr>
            <p:ph idx="106" type="body" hasCustomPrompt="1"/>
          </p:nvPr>
        </p:nvSpPr>
        <p:spPr>
          <a:xfrm>
            <a:off x="640080" y="425196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Subtitle</a:t>
            </a:r>
            <a:endParaRPr lang="en-US" sz="2200" dirty="0"/>
          </a:p>
        </p:txBody>
      </p:sp>
      <p:sp>
        <p:nvSpPr>
          <p:cNvPr id="9" name="Text Placeholder 9"/>
          <p:cNvSpPr/>
          <p:nvPr>
            <p:ph idx="107" type="body" hasCustomPrompt="1"/>
          </p:nvPr>
        </p:nvSpPr>
        <p:spPr>
          <a:xfrm>
            <a:off x="640080" y="5760720"/>
            <a:ext cx="6400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Presenter · Date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868680"/>
            <a:ext cx="5120640" cy="5120640"/>
          </a:xfrm>
          <a:prstGeom prst="ellipse">
            <a:avLst/>
          </a:prstGeom>
          <a:noFill/>
          <a:ln w="12700">
            <a:solidFill>
              <a:schemeClr val="accent2">
                <a:alpha val="45000"/>
              </a:scheme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63840" y="1600200"/>
            <a:ext cx="3657600" cy="3657600"/>
          </a:xfrm>
          <a:prstGeom prst="ellipse">
            <a:avLst/>
          </a:prstGeom>
          <a:noFill/>
          <a:ln w="12700">
            <a:solidFill>
              <a:schemeClr val="accent2">
                <a:alpha val="55000"/>
              </a:scheme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95360" y="2331720"/>
            <a:ext cx="2194560" cy="2194560"/>
          </a:xfrm>
          <a:prstGeom prst="ellipse">
            <a:avLst/>
          </a:prstGeom>
          <a:noFill/>
          <a:ln w="12700">
            <a:solidFill>
              <a:schemeClr val="accent2">
                <a:alpha val="65000"/>
              </a:scheme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68001" y="1596717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77989" y="4196045"/>
            <a:ext cx="219456" cy="21945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Placeholder 7"/>
          <p:cNvSpPr/>
          <p:nvPr>
            <p:ph idx="105" type="body" hasCustomPrompt="1"/>
          </p:nvPr>
        </p:nvSpPr>
        <p:spPr>
          <a:xfrm>
            <a:off x="640080" y="1371600"/>
            <a:ext cx="45720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6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</a:rPr>
              <a:t>01</a:t>
            </a:r>
            <a:endParaRPr lang="en-US" sz="9600" dirty="0"/>
          </a:p>
        </p:txBody>
      </p:sp>
      <p:sp>
        <p:nvSpPr>
          <p:cNvPr id="8" name="Title 8"/>
          <p:cNvSpPr/>
          <p:nvPr>
            <p:ph idx="106" type="title" hasCustomPrompt="1"/>
          </p:nvPr>
        </p:nvSpPr>
        <p:spPr>
          <a:xfrm>
            <a:off x="640080" y="3291840"/>
            <a:ext cx="64008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Section title</a:t>
            </a:r>
            <a:endParaRPr lang="en-US" sz="4800" dirty="0"/>
          </a:p>
        </p:txBody>
      </p:sp>
      <p:sp>
        <p:nvSpPr>
          <p:cNvPr id="9" name="Text Placeholder 9"/>
          <p:cNvSpPr/>
          <p:nvPr>
            <p:ph idx="107" type="body" hasCustomPrompt="1"/>
          </p:nvPr>
        </p:nvSpPr>
        <p:spPr>
          <a:xfrm>
            <a:off x="640080" y="475488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Section description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0" type="title" hasCustomPrompt="1"/>
          </p:nvPr>
        </p:nvSpPr>
        <p:spPr>
          <a:xfrm>
            <a:off x="640080" y="45720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Click to add title</a:t>
            </a:r>
            <a:endParaRPr lang="en-US" sz="3600" dirty="0"/>
          </a:p>
        </p:txBody>
      </p:sp>
      <p:sp>
        <p:nvSpPr>
          <p:cNvPr id="3" name="Text Placeholder 3"/>
          <p:cNvSpPr/>
          <p:nvPr>
            <p:ph idx="101" type="body" hasCustomPrompt="1"/>
          </p:nvPr>
        </p:nvSpPr>
        <p:spPr>
          <a:xfrm>
            <a:off x="640080" y="1783080"/>
            <a:ext cx="10911535" cy="4343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spcAft>
                <a:spcPts val="800"/>
              </a:spcAft>
              <a:buFont typeface="Arial"/>
              <a:buChar char="•"/>
              <a:defRPr lang="en-US" sz="2000" dirty="0">
                <a:solidFill>
                  <a:schemeClr val="tx1"/>
                </a:solidFill>
              </a:defRPr>
            </a:lvl1pPr>
            <a:lvl2pPr marL="742950" indent="-285750">
              <a:spcAft>
                <a:spcPts val="600"/>
              </a:spcAft>
              <a:buFont typeface="Arial"/>
              <a:buChar char="–"/>
            </a:lvl2pPr>
          </a:lstStyle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Click to add text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0" type="title" hasCustomPrompt="1"/>
          </p:nvPr>
        </p:nvSpPr>
        <p:spPr>
          <a:xfrm>
            <a:off x="640080" y="45720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Click to add title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0" type="title" hasCustomPrompt="1"/>
          </p:nvPr>
        </p:nvSpPr>
        <p:spPr>
          <a:xfrm>
            <a:off x="640080" y="45720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Click to add title</a:t>
            </a:r>
            <a:endParaRPr lang="en-US" sz="3600" dirty="0"/>
          </a:p>
        </p:txBody>
      </p:sp>
      <p:sp>
        <p:nvSpPr>
          <p:cNvPr id="3" name="Text Placeholder 3"/>
          <p:cNvSpPr/>
          <p:nvPr>
            <p:ph idx="101" type="body" hasCustomPrompt="1"/>
          </p:nvPr>
        </p:nvSpPr>
        <p:spPr>
          <a:xfrm>
            <a:off x="640080" y="1783080"/>
            <a:ext cx="5303520" cy="4343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spcAft>
                <a:spcPts val="800"/>
              </a:spcAft>
              <a:buFont typeface="Arial"/>
              <a:buChar char="•"/>
              <a:defRPr lang="en-US" sz="1800" dirty="0">
                <a:solidFill>
                  <a:schemeClr val="tx1"/>
                </a:solidFill>
              </a:defRPr>
            </a:lvl1pPr>
            <a:lvl2pPr marL="742950" indent="-285750">
              <a:spcAft>
                <a:spcPts val="600"/>
              </a:spcAft>
              <a:buFont typeface="Arial"/>
              <a:buChar char="–"/>
            </a:lvl2pPr>
          </a:lstStyle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Left column</a:t>
            </a:r>
            <a:endParaRPr lang="en-US" sz="1800" dirty="0"/>
          </a:p>
        </p:txBody>
      </p:sp>
      <p:sp>
        <p:nvSpPr>
          <p:cNvPr id="4" name="Text Placeholder 4"/>
          <p:cNvSpPr/>
          <p:nvPr>
            <p:ph idx="102" type="body" hasCustomPrompt="1"/>
          </p:nvPr>
        </p:nvSpPr>
        <p:spPr>
          <a:xfrm>
            <a:off x="6248095" y="1783080"/>
            <a:ext cx="5303520" cy="4343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spcAft>
                <a:spcPts val="800"/>
              </a:spcAft>
              <a:buFont typeface="Arial"/>
              <a:buChar char="•"/>
              <a:defRPr lang="en-US" sz="1800" dirty="0">
                <a:solidFill>
                  <a:schemeClr val="tx1"/>
                </a:solidFill>
              </a:defRPr>
            </a:lvl1pPr>
            <a:lvl2pPr marL="742950" indent="-285750">
              <a:spcAft>
                <a:spcPts val="600"/>
              </a:spcAft>
              <a:buFont typeface="Arial"/>
              <a:buChar char="–"/>
            </a:lvl2pPr>
          </a:lstStyle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Right column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Lef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548640"/>
            <a:ext cx="6522415" cy="576072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itle 3"/>
          <p:cNvSpPr/>
          <p:nvPr>
            <p:ph idx="101" type="title" hasCustomPrompt="1"/>
          </p:nvPr>
        </p:nvSpPr>
        <p:spPr>
          <a:xfrm>
            <a:off x="640080" y="822960"/>
            <a:ext cx="40233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Click to add title</a:t>
            </a:r>
            <a:endParaRPr lang="en-US" sz="4000" dirty="0"/>
          </a:p>
        </p:txBody>
      </p:sp>
      <p:sp>
        <p:nvSpPr>
          <p:cNvPr id="4" name="Text Placeholder 4"/>
          <p:cNvSpPr/>
          <p:nvPr>
            <p:ph idx="102" type="body" hasCustomPrompt="1"/>
          </p:nvPr>
        </p:nvSpPr>
        <p:spPr>
          <a:xfrm>
            <a:off x="640080" y="3383280"/>
            <a:ext cx="402336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Click to add text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R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560801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>
            <p:ph idx="101" hasCustomPrompt="1"/>
          </p:nvPr>
        </p:nvSpPr>
        <p:spPr>
          <a:xfrm>
            <a:off x="6583680" y="0"/>
            <a:ext cx="560801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4" name="Title 4"/>
          <p:cNvSpPr/>
          <p:nvPr>
            <p:ph idx="102" type="title" hasCustomPrompt="1"/>
          </p:nvPr>
        </p:nvSpPr>
        <p:spPr>
          <a:xfrm>
            <a:off x="640080" y="822960"/>
            <a:ext cx="53949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Click to add title</a:t>
            </a:r>
            <a:endParaRPr lang="en-US" sz="3600" dirty="0"/>
          </a:p>
        </p:txBody>
      </p:sp>
      <p:sp>
        <p:nvSpPr>
          <p:cNvPr id="5" name="Text Placeholder 5"/>
          <p:cNvSpPr/>
          <p:nvPr>
            <p:ph idx="103" type="body" hasCustomPrompt="1"/>
          </p:nvPr>
        </p:nvSpPr>
        <p:spPr>
          <a:xfrm>
            <a:off x="640080" y="2468880"/>
            <a:ext cx="539496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spcAft>
                <a:spcPts val="800"/>
              </a:spcAft>
              <a:buFont typeface="Arial"/>
              <a:buChar char="•"/>
              <a:defRPr lang="en-US" sz="1800" dirty="0">
                <a:solidFill>
                  <a:schemeClr val="tx1"/>
                </a:solidFill>
              </a:defRPr>
            </a:lvl1pPr>
            <a:lvl2pPr marL="742950" indent="-285750">
              <a:spcAft>
                <a:spcPts val="600"/>
              </a:spcAft>
              <a:buFont typeface="Arial"/>
              <a:buChar char="–"/>
            </a:lvl2pPr>
          </a:lstStyle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Click to add text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39496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0801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>
            <p:ph idx="101" hasCustomPrompt="1"/>
          </p:nvPr>
        </p:nvSpPr>
        <p:spPr>
          <a:xfrm>
            <a:off x="0" y="0"/>
            <a:ext cx="560801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4" name="Title 4"/>
          <p:cNvSpPr/>
          <p:nvPr>
            <p:ph idx="102" type="title" hasCustomPrompt="1"/>
          </p:nvPr>
        </p:nvSpPr>
        <p:spPr>
          <a:xfrm>
            <a:off x="6309360" y="822960"/>
            <a:ext cx="5239512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Click to add title</a:t>
            </a:r>
            <a:endParaRPr lang="en-US" sz="3600" dirty="0"/>
          </a:p>
        </p:txBody>
      </p:sp>
      <p:sp>
        <p:nvSpPr>
          <p:cNvPr id="5" name="Text Placeholder 5"/>
          <p:cNvSpPr/>
          <p:nvPr>
            <p:ph idx="103" type="body" hasCustomPrompt="1"/>
          </p:nvPr>
        </p:nvSpPr>
        <p:spPr>
          <a:xfrm>
            <a:off x="6309360" y="2468880"/>
            <a:ext cx="5239512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spcAft>
                <a:spcPts val="800"/>
              </a:spcAft>
              <a:buFont typeface="Arial"/>
              <a:buChar char="•"/>
              <a:defRPr lang="en-US" sz="1800" dirty="0">
                <a:solidFill>
                  <a:schemeClr val="tx1"/>
                </a:solidFill>
              </a:defRPr>
            </a:lvl1pPr>
            <a:lvl2pPr marL="742950" indent="-285750">
              <a:spcAft>
                <a:spcPts val="600"/>
              </a:spcAft>
              <a:buFont typeface="Arial"/>
              <a:buChar char="–"/>
            </a:lvl2pPr>
          </a:lstStyle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Click to add text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ictur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>
            <p:ph idx="101" hasCustomPrompt="1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4" name="Title 4"/>
          <p:cNvSpPr/>
          <p:nvPr>
            <p:ph idx="102" type="title" hasCustomPrompt="1"/>
          </p:nvPr>
        </p:nvSpPr>
        <p:spPr>
          <a:xfrm>
            <a:off x="640080" y="4297680"/>
            <a:ext cx="6949440" cy="914400"/>
          </a:xfrm>
          <a:prstGeom prst="rect">
            <a:avLst/>
          </a:prstGeom>
          <a:solidFill>
            <a:schemeClr val="bg1">
              <a:alpha val="85000"/>
            </a:schemeClr>
          </a:solidFill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Click to add title</a:t>
            </a:r>
            <a:endParaRPr lang="en-US" sz="3400" dirty="0"/>
          </a:p>
        </p:txBody>
      </p:sp>
      <p:sp>
        <p:nvSpPr>
          <p:cNvPr id="5" name="Text Placeholder 5"/>
          <p:cNvSpPr/>
          <p:nvPr>
            <p:ph idx="103" type="body" hasCustomPrompt="1"/>
          </p:nvPr>
        </p:nvSpPr>
        <p:spPr>
          <a:xfrm>
            <a:off x="640080" y="5212080"/>
            <a:ext cx="6949440" cy="1005840"/>
          </a:xfrm>
          <a:prstGeom prst="rect">
            <a:avLst/>
          </a:prstGeom>
          <a:solidFill>
            <a:schemeClr val="bg1">
              <a:alpha val="85000"/>
            </a:schemeClr>
          </a:solidFill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Click to add caption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Commentar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0" y="1783080"/>
            <a:ext cx="3550615" cy="4343400"/>
          </a:xfrm>
          <a:prstGeom prst="roundRect">
            <a:avLst>
              <a:gd name="adj" fmla="val 3090"/>
            </a:avLst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itle 3"/>
          <p:cNvSpPr/>
          <p:nvPr>
            <p:ph idx="101" type="title" hasCustomPrompt="1"/>
          </p:nvPr>
        </p:nvSpPr>
        <p:spPr>
          <a:xfrm>
            <a:off x="640080" y="45720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Click to add title</a:t>
            </a:r>
            <a:endParaRPr lang="en-US" sz="3600" dirty="0"/>
          </a:p>
        </p:txBody>
      </p:sp>
      <p:sp>
        <p:nvSpPr>
          <p:cNvPr id="4" name="Chart Placeholder 4"/>
          <p:cNvSpPr/>
          <p:nvPr>
            <p:ph idx="102" type="chart" hasCustomPrompt="1"/>
          </p:nvPr>
        </p:nvSpPr>
        <p:spPr>
          <a:xfrm>
            <a:off x="640080" y="1783080"/>
            <a:ext cx="7040880" cy="4343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1"/>
                </a:solidFill>
              </a:rPr>
              <a:t>Click icon to add chart</a:t>
            </a:r>
            <a:endParaRPr lang="en-US" dirty="0"/>
          </a:p>
        </p:txBody>
      </p:sp>
      <p:sp>
        <p:nvSpPr>
          <p:cNvPr id="5" name="Text Placeholder 5"/>
          <p:cNvSpPr/>
          <p:nvPr>
            <p:ph idx="103" type="body" hasCustomPrompt="1"/>
          </p:nvPr>
        </p:nvSpPr>
        <p:spPr>
          <a:xfrm>
            <a:off x="8275320" y="2057400"/>
            <a:ext cx="3001975" cy="3794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spcAft>
                <a:spcPts val="800"/>
              </a:spcAft>
              <a:buFont typeface="Arial"/>
              <a:buChar char="•"/>
              <a:defRPr lang="en-US" sz="1600" dirty="0">
                <a:solidFill>
                  <a:schemeClr val="tx1"/>
                </a:solidFill>
              </a:defRPr>
            </a:lvl1pPr>
            <a:lvl2pPr marL="742950" indent="-285750">
              <a:spcAft>
                <a:spcPts val="600"/>
              </a:spcAft>
              <a:buFont typeface="Arial"/>
              <a:buChar char="–"/>
            </a:lvl2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Click to add commentary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0" b="1" dirty="0">
                <a:solidFill>
                  <a:schemeClr val="accent1"/>
                </a:solidFill>
              </a:rPr>
              <a:t>“</a:t>
            </a:r>
            <a:endParaRPr lang="en-US" sz="16000" dirty="0"/>
          </a:p>
        </p:txBody>
      </p:sp>
      <p:sp>
        <p:nvSpPr>
          <p:cNvPr id="3" name="Title 3"/>
          <p:cNvSpPr/>
          <p:nvPr>
            <p:ph idx="101" type="title" hasCustomPrompt="1"/>
          </p:nvPr>
        </p:nvSpPr>
        <p:spPr>
          <a:xfrm>
            <a:off x="640080" y="2286000"/>
            <a:ext cx="1005840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Click to add statement</a:t>
            </a:r>
            <a:endParaRPr lang="en-US" sz="4000" dirty="0"/>
          </a:p>
        </p:txBody>
      </p:sp>
      <p:sp>
        <p:nvSpPr>
          <p:cNvPr id="4" name="Text Placeholder 4"/>
          <p:cNvSpPr/>
          <p:nvPr>
            <p:ph idx="102" type="body" hasCustomPrompt="1"/>
          </p:nvPr>
        </p:nvSpPr>
        <p:spPr>
          <a:xfrm>
            <a:off x="640080" y="5212080"/>
            <a:ext cx="10058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Attribution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0" type="title" hasCustomPrompt="1"/>
          </p:nvPr>
        </p:nvSpPr>
        <p:spPr>
          <a:xfrm>
            <a:off x="640080" y="45720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Click to add title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40080" y="1783080"/>
            <a:ext cx="1828800" cy="1828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>
            <p:ph idx="102" hasCustomPrompt="1"/>
          </p:nvPr>
        </p:nvSpPr>
        <p:spPr>
          <a:xfrm>
            <a:off x="640080" y="1783080"/>
            <a:ext cx="18288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Add picture</a:t>
            </a:r>
            <a:endParaRPr lang="en-US" dirty="0"/>
          </a:p>
        </p:txBody>
      </p:sp>
      <p:sp>
        <p:nvSpPr>
          <p:cNvPr id="5" name="Text Placeholder 5"/>
          <p:cNvSpPr/>
          <p:nvPr>
            <p:ph idx="103" type="body" hasCustomPrompt="1"/>
          </p:nvPr>
        </p:nvSpPr>
        <p:spPr>
          <a:xfrm>
            <a:off x="640080" y="3840480"/>
            <a:ext cx="2514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Name</a:t>
            </a:r>
            <a:endParaRPr lang="en-US" sz="2000" dirty="0"/>
          </a:p>
        </p:txBody>
      </p:sp>
      <p:sp>
        <p:nvSpPr>
          <p:cNvPr id="6" name="Text Placeholder 6"/>
          <p:cNvSpPr/>
          <p:nvPr>
            <p:ph idx="104" type="body" hasCustomPrompt="1"/>
          </p:nvPr>
        </p:nvSpPr>
        <p:spPr>
          <a:xfrm>
            <a:off x="640080" y="4251960"/>
            <a:ext cx="2514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Role</a:t>
            </a:r>
            <a:endParaRPr lang="en-US" sz="1400" dirty="0"/>
          </a:p>
        </p:txBody>
      </p:sp>
      <p:sp>
        <p:nvSpPr>
          <p:cNvPr id="7" name="Text Placeholder 7"/>
          <p:cNvSpPr/>
          <p:nvPr>
            <p:ph idx="105" type="body" hasCustomPrompt="1"/>
          </p:nvPr>
        </p:nvSpPr>
        <p:spPr>
          <a:xfrm>
            <a:off x="640080" y="4709160"/>
            <a:ext cx="2514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 bio</a:t>
            </a:r>
            <a:endParaRPr lang="en-US" sz="1400" dirty="0"/>
          </a:p>
        </p:txBody>
      </p:sp>
      <p:sp>
        <p:nvSpPr>
          <p:cNvPr id="8" name="Text 1"/>
          <p:cNvSpPr/>
          <p:nvPr/>
        </p:nvSpPr>
        <p:spPr>
          <a:xfrm>
            <a:off x="3439058" y="1783080"/>
            <a:ext cx="1828800" cy="1828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2"/>
          <p:cNvSpPr/>
          <p:nvPr>
            <p:ph idx="107" hasCustomPrompt="1"/>
          </p:nvPr>
        </p:nvSpPr>
        <p:spPr>
          <a:xfrm>
            <a:off x="3439058" y="1783080"/>
            <a:ext cx="18288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Add picture</a:t>
            </a:r>
            <a:endParaRPr lang="en-US" dirty="0"/>
          </a:p>
        </p:txBody>
      </p:sp>
      <p:sp>
        <p:nvSpPr>
          <p:cNvPr id="10" name="Text Placeholder 10"/>
          <p:cNvSpPr/>
          <p:nvPr>
            <p:ph idx="108" type="body" hasCustomPrompt="1"/>
          </p:nvPr>
        </p:nvSpPr>
        <p:spPr>
          <a:xfrm>
            <a:off x="3439058" y="3840480"/>
            <a:ext cx="2514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Name</a:t>
            </a:r>
            <a:endParaRPr lang="en-US" sz="2000" dirty="0"/>
          </a:p>
        </p:txBody>
      </p:sp>
      <p:sp>
        <p:nvSpPr>
          <p:cNvPr id="11" name="Text Placeholder 11"/>
          <p:cNvSpPr/>
          <p:nvPr>
            <p:ph idx="109" type="body" hasCustomPrompt="1"/>
          </p:nvPr>
        </p:nvSpPr>
        <p:spPr>
          <a:xfrm>
            <a:off x="3439058" y="4251960"/>
            <a:ext cx="2514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Role</a:t>
            </a:r>
            <a:endParaRPr lang="en-US" sz="1400" dirty="0"/>
          </a:p>
        </p:txBody>
      </p:sp>
      <p:sp>
        <p:nvSpPr>
          <p:cNvPr id="12" name="Text Placeholder 12"/>
          <p:cNvSpPr/>
          <p:nvPr>
            <p:ph idx="110" type="body" hasCustomPrompt="1"/>
          </p:nvPr>
        </p:nvSpPr>
        <p:spPr>
          <a:xfrm>
            <a:off x="3439058" y="4709160"/>
            <a:ext cx="2514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 bio</a:t>
            </a:r>
            <a:endParaRPr lang="en-US" sz="1400" dirty="0"/>
          </a:p>
        </p:txBody>
      </p:sp>
      <p:sp>
        <p:nvSpPr>
          <p:cNvPr id="13" name="Text 2"/>
          <p:cNvSpPr/>
          <p:nvPr/>
        </p:nvSpPr>
        <p:spPr>
          <a:xfrm>
            <a:off x="6238037" y="1783080"/>
            <a:ext cx="1828800" cy="1828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3"/>
          <p:cNvSpPr/>
          <p:nvPr>
            <p:ph idx="112" hasCustomPrompt="1"/>
          </p:nvPr>
        </p:nvSpPr>
        <p:spPr>
          <a:xfrm>
            <a:off x="6238037" y="1783080"/>
            <a:ext cx="18288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Add picture</a:t>
            </a:r>
            <a:endParaRPr lang="en-US" dirty="0"/>
          </a:p>
        </p:txBody>
      </p:sp>
      <p:sp>
        <p:nvSpPr>
          <p:cNvPr id="15" name="Text Placeholder 15"/>
          <p:cNvSpPr/>
          <p:nvPr>
            <p:ph idx="113" type="body" hasCustomPrompt="1"/>
          </p:nvPr>
        </p:nvSpPr>
        <p:spPr>
          <a:xfrm>
            <a:off x="6238037" y="3840480"/>
            <a:ext cx="2514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Name</a:t>
            </a:r>
            <a:endParaRPr lang="en-US" sz="2000" dirty="0"/>
          </a:p>
        </p:txBody>
      </p:sp>
      <p:sp>
        <p:nvSpPr>
          <p:cNvPr id="16" name="Text Placeholder 16"/>
          <p:cNvSpPr/>
          <p:nvPr>
            <p:ph idx="114" type="body" hasCustomPrompt="1"/>
          </p:nvPr>
        </p:nvSpPr>
        <p:spPr>
          <a:xfrm>
            <a:off x="6238037" y="4251960"/>
            <a:ext cx="2514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Role</a:t>
            </a:r>
            <a:endParaRPr lang="en-US" sz="1400" dirty="0"/>
          </a:p>
        </p:txBody>
      </p:sp>
      <p:sp>
        <p:nvSpPr>
          <p:cNvPr id="17" name="Text Placeholder 17"/>
          <p:cNvSpPr/>
          <p:nvPr>
            <p:ph idx="115" type="body" hasCustomPrompt="1"/>
          </p:nvPr>
        </p:nvSpPr>
        <p:spPr>
          <a:xfrm>
            <a:off x="6238037" y="4709160"/>
            <a:ext cx="2514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 bio</a:t>
            </a:r>
            <a:endParaRPr lang="en-US" sz="1400" dirty="0"/>
          </a:p>
        </p:txBody>
      </p:sp>
      <p:sp>
        <p:nvSpPr>
          <p:cNvPr id="18" name="Text 3"/>
          <p:cNvSpPr/>
          <p:nvPr/>
        </p:nvSpPr>
        <p:spPr>
          <a:xfrm>
            <a:off x="9037015" y="1783080"/>
            <a:ext cx="1828800" cy="1828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4"/>
          <p:cNvSpPr/>
          <p:nvPr>
            <p:ph idx="117" hasCustomPrompt="1"/>
          </p:nvPr>
        </p:nvSpPr>
        <p:spPr>
          <a:xfrm>
            <a:off x="9037015" y="1783080"/>
            <a:ext cx="18288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Add picture</a:t>
            </a:r>
            <a:endParaRPr lang="en-US" dirty="0"/>
          </a:p>
        </p:txBody>
      </p:sp>
      <p:sp>
        <p:nvSpPr>
          <p:cNvPr id="20" name="Text Placeholder 20"/>
          <p:cNvSpPr/>
          <p:nvPr>
            <p:ph idx="118" type="body" hasCustomPrompt="1"/>
          </p:nvPr>
        </p:nvSpPr>
        <p:spPr>
          <a:xfrm>
            <a:off x="9037015" y="3840480"/>
            <a:ext cx="2514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Name</a:t>
            </a:r>
            <a:endParaRPr lang="en-US" sz="2000" dirty="0"/>
          </a:p>
        </p:txBody>
      </p:sp>
      <p:sp>
        <p:nvSpPr>
          <p:cNvPr id="21" name="Text Placeholder 21"/>
          <p:cNvSpPr/>
          <p:nvPr>
            <p:ph idx="119" type="body" hasCustomPrompt="1"/>
          </p:nvPr>
        </p:nvSpPr>
        <p:spPr>
          <a:xfrm>
            <a:off x="9037015" y="4251960"/>
            <a:ext cx="2514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Role</a:t>
            </a:r>
            <a:endParaRPr lang="en-US" sz="1400" dirty="0"/>
          </a:p>
        </p:txBody>
      </p:sp>
      <p:sp>
        <p:nvSpPr>
          <p:cNvPr id="22" name="Text Placeholder 22"/>
          <p:cNvSpPr/>
          <p:nvPr>
            <p:ph idx="120" type="body" hasCustomPrompt="1"/>
          </p:nvPr>
        </p:nvSpPr>
        <p:spPr>
          <a:xfrm>
            <a:off x="9037015" y="4709160"/>
            <a:ext cx="2514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 bio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868680"/>
            <a:ext cx="5120640" cy="5120640"/>
          </a:xfrm>
          <a:prstGeom prst="ellipse">
            <a:avLst/>
          </a:prstGeom>
          <a:noFill/>
          <a:ln w="12700">
            <a:solidFill>
              <a:schemeClr val="accent2">
                <a:alpha val="45000"/>
              </a:scheme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05840" y="1600200"/>
            <a:ext cx="3657600" cy="3657600"/>
          </a:xfrm>
          <a:prstGeom prst="ellipse">
            <a:avLst/>
          </a:prstGeom>
          <a:noFill/>
          <a:ln w="12700">
            <a:solidFill>
              <a:schemeClr val="accent2">
                <a:alpha val="55000"/>
              </a:scheme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737360" y="2331720"/>
            <a:ext cx="2194560" cy="2194560"/>
          </a:xfrm>
          <a:prstGeom prst="ellipse">
            <a:avLst/>
          </a:prstGeom>
          <a:noFill/>
          <a:ln w="12700">
            <a:solidFill>
              <a:schemeClr val="accent2">
                <a:alpha val="65000"/>
              </a:scheme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10001" y="1596717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19989" y="4196045"/>
            <a:ext cx="219456" cy="21945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itle 7"/>
          <p:cNvSpPr/>
          <p:nvPr>
            <p:ph idx="105" type="title" hasCustomPrompt="1"/>
          </p:nvPr>
        </p:nvSpPr>
        <p:spPr>
          <a:xfrm>
            <a:off x="6035040" y="1737360"/>
            <a:ext cx="54864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8" name="Text Placeholder 8"/>
          <p:cNvSpPr/>
          <p:nvPr>
            <p:ph idx="106" type="body" hasCustomPrompt="1"/>
          </p:nvPr>
        </p:nvSpPr>
        <p:spPr>
          <a:xfrm>
            <a:off x="6035040" y="3749040"/>
            <a:ext cx="5486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Closing line</a:t>
            </a:r>
            <a:endParaRPr lang="en-US" sz="2200" dirty="0"/>
          </a:p>
        </p:txBody>
      </p:sp>
      <p:sp>
        <p:nvSpPr>
          <p:cNvPr id="9" name="Text Placeholder 9"/>
          <p:cNvSpPr/>
          <p:nvPr>
            <p:ph idx="107" type="body" hasCustomPrompt="1"/>
          </p:nvPr>
        </p:nvSpPr>
        <p:spPr>
          <a:xfrm>
            <a:off x="6035040" y="5120640"/>
            <a:ext cx="5486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Contact details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535" cy="109728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783080"/>
            <a:ext cx="10911535" cy="4343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5" type="title" hasCustomPrompt="1"/>
          </p:nvPr>
        </p:nvSpPr>
        <p:spPr>
          <a:xfrm>
            <a:off x="640080" y="1554480"/>
            <a:ext cx="6400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Presentation title</a:t>
            </a:r>
            <a:endParaRPr lang="en-US" sz="4800" dirty="0"/>
          </a:p>
        </p:txBody>
      </p:sp>
      <p:sp>
        <p:nvSpPr>
          <p:cNvPr id="3" name="Text Placeholder 3"/>
          <p:cNvSpPr/>
          <p:nvPr>
            <p:ph idx="106" type="body" hasCustomPrompt="1"/>
          </p:nvPr>
        </p:nvSpPr>
        <p:spPr>
          <a:xfrm>
            <a:off x="640080" y="4251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A short subtitle that sets the context for the talk</a:t>
            </a:r>
            <a:endParaRPr lang="en-US" sz="2200" dirty="0"/>
          </a:p>
        </p:txBody>
      </p:sp>
      <p:sp>
        <p:nvSpPr>
          <p:cNvPr id="4" name="Text Placeholder 4"/>
          <p:cNvSpPr/>
          <p:nvPr>
            <p:ph idx="107" type="body" hasCustomPrompt="1"/>
          </p:nvPr>
        </p:nvSpPr>
        <p:spPr>
          <a:xfrm>
            <a:off x="640080" y="5760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Presenter name · Month YYYY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1" type="title" hasCustomPrompt="1"/>
          </p:nvPr>
        </p:nvSpPr>
        <p:spPr>
          <a:xfrm>
            <a:off x="640080" y="82296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Agenda</a:t>
            </a:r>
            <a:endParaRPr lang="en-US" sz="4000" dirty="0"/>
          </a:p>
        </p:txBody>
      </p:sp>
      <p:sp>
        <p:nvSpPr>
          <p:cNvPr id="3" name="Text Placeholder 3"/>
          <p:cNvSpPr/>
          <p:nvPr>
            <p:ph idx="102" type="body" hasCustomPrompt="1"/>
          </p:nvPr>
        </p:nvSpPr>
        <p:spPr>
          <a:xfrm>
            <a:off x="640080" y="338328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short note on what this session covers and how long it runs</a:t>
            </a:r>
            <a:endParaRPr lang="en-US" sz="1600" dirty="0"/>
          </a:p>
        </p:txBody>
      </p:sp>
      <p:sp>
        <p:nvSpPr>
          <p:cNvPr id="4" name="Agenda number 1"/>
          <p:cNvSpPr/>
          <p:nvPr/>
        </p:nvSpPr>
        <p:spPr>
          <a:xfrm>
            <a:off x="5394960" y="1051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Agenda item 1"/>
          <p:cNvSpPr txBox="1"/>
          <p:nvPr/>
        </p:nvSpPr>
        <p:spPr>
          <a:xfrm>
            <a:off x="6172200" y="987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Context and goals</a:t>
            </a:r>
            <a:endParaRPr lang="en-US" sz="2000" dirty="0"/>
          </a:p>
        </p:txBody>
      </p:sp>
      <p:sp>
        <p:nvSpPr>
          <p:cNvPr id="6" name="Agenda detail 1"/>
          <p:cNvSpPr txBox="1"/>
          <p:nvPr/>
        </p:nvSpPr>
        <p:spPr>
          <a:xfrm>
            <a:off x="617220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One-line description of this topic</a:t>
            </a:r>
            <a:endParaRPr lang="en-US" sz="1400" dirty="0"/>
          </a:p>
        </p:txBody>
      </p:sp>
      <p:sp>
        <p:nvSpPr>
          <p:cNvPr id="7" name="Agenda rule 1"/>
          <p:cNvSpPr/>
          <p:nvPr/>
        </p:nvSpPr>
        <p:spPr>
          <a:xfrm>
            <a:off x="5394960" y="1874520"/>
            <a:ext cx="5788152" cy="0"/>
          </a:xfrm>
          <a:prstGeom prst="line">
            <a:avLst/>
          </a:prstGeom>
          <a:noFill/>
          <a:ln w="635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8" name="Agenda number 2"/>
          <p:cNvSpPr/>
          <p:nvPr/>
        </p:nvSpPr>
        <p:spPr>
          <a:xfrm>
            <a:off x="539496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Agenda item 2"/>
          <p:cNvSpPr txBox="1"/>
          <p:nvPr/>
        </p:nvSpPr>
        <p:spPr>
          <a:xfrm>
            <a:off x="6172200" y="1993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Approach</a:t>
            </a:r>
            <a:endParaRPr lang="en-US" sz="2000" dirty="0"/>
          </a:p>
        </p:txBody>
      </p:sp>
      <p:sp>
        <p:nvSpPr>
          <p:cNvPr id="10" name="Agenda detail 2"/>
          <p:cNvSpPr txBox="1"/>
          <p:nvPr/>
        </p:nvSpPr>
        <p:spPr>
          <a:xfrm>
            <a:off x="6172200" y="2377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One-line description of this topic</a:t>
            </a:r>
            <a:endParaRPr lang="en-US" sz="1400" dirty="0"/>
          </a:p>
        </p:txBody>
      </p:sp>
      <p:sp>
        <p:nvSpPr>
          <p:cNvPr id="11" name="Agenda rule 2"/>
          <p:cNvSpPr/>
          <p:nvPr/>
        </p:nvSpPr>
        <p:spPr>
          <a:xfrm>
            <a:off x="5394960" y="2880360"/>
            <a:ext cx="5788152" cy="0"/>
          </a:xfrm>
          <a:prstGeom prst="line">
            <a:avLst/>
          </a:prstGeom>
          <a:noFill/>
          <a:ln w="635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12" name="Agenda number 3"/>
          <p:cNvSpPr/>
          <p:nvPr/>
        </p:nvSpPr>
        <p:spPr>
          <a:xfrm>
            <a:off x="5394960" y="3063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Agenda item 3"/>
          <p:cNvSpPr txBox="1"/>
          <p:nvPr/>
        </p:nvSpPr>
        <p:spPr>
          <a:xfrm>
            <a:off x="6172200" y="2999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Key results</a:t>
            </a:r>
            <a:endParaRPr lang="en-US" sz="2000" dirty="0"/>
          </a:p>
        </p:txBody>
      </p:sp>
      <p:sp>
        <p:nvSpPr>
          <p:cNvPr id="14" name="Agenda detail 3"/>
          <p:cNvSpPr txBox="1"/>
          <p:nvPr/>
        </p:nvSpPr>
        <p:spPr>
          <a:xfrm>
            <a:off x="6172200" y="3383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One-line description of this topic</a:t>
            </a:r>
            <a:endParaRPr lang="en-US" sz="1400" dirty="0"/>
          </a:p>
        </p:txBody>
      </p:sp>
      <p:sp>
        <p:nvSpPr>
          <p:cNvPr id="15" name="Agenda rule 3"/>
          <p:cNvSpPr/>
          <p:nvPr/>
        </p:nvSpPr>
        <p:spPr>
          <a:xfrm>
            <a:off x="5394960" y="3886200"/>
            <a:ext cx="5788152" cy="0"/>
          </a:xfrm>
          <a:prstGeom prst="line">
            <a:avLst/>
          </a:prstGeom>
          <a:noFill/>
          <a:ln w="635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16" name="Agenda number 4"/>
          <p:cNvSpPr/>
          <p:nvPr/>
        </p:nvSpPr>
        <p:spPr>
          <a:xfrm>
            <a:off x="5394960" y="4069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Agenda item 4"/>
          <p:cNvSpPr txBox="1"/>
          <p:nvPr/>
        </p:nvSpPr>
        <p:spPr>
          <a:xfrm>
            <a:off x="6172200" y="4005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Roadmap</a:t>
            </a:r>
            <a:endParaRPr lang="en-US" sz="2000" dirty="0"/>
          </a:p>
        </p:txBody>
      </p:sp>
      <p:sp>
        <p:nvSpPr>
          <p:cNvPr id="18" name="Agenda detail 4"/>
          <p:cNvSpPr txBox="1"/>
          <p:nvPr/>
        </p:nvSpPr>
        <p:spPr>
          <a:xfrm>
            <a:off x="6172200" y="4389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One-line description of this topic</a:t>
            </a:r>
            <a:endParaRPr lang="en-US" sz="1400" dirty="0"/>
          </a:p>
        </p:txBody>
      </p:sp>
      <p:sp>
        <p:nvSpPr>
          <p:cNvPr id="19" name="Agenda rule 4"/>
          <p:cNvSpPr/>
          <p:nvPr/>
        </p:nvSpPr>
        <p:spPr>
          <a:xfrm>
            <a:off x="5394960" y="4892040"/>
            <a:ext cx="5788152" cy="0"/>
          </a:xfrm>
          <a:prstGeom prst="line">
            <a:avLst/>
          </a:prstGeom>
          <a:noFill/>
          <a:ln w="635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20" name="Agenda number 5"/>
          <p:cNvSpPr/>
          <p:nvPr/>
        </p:nvSpPr>
        <p:spPr>
          <a:xfrm>
            <a:off x="5394960" y="5074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Agenda item 5"/>
          <p:cNvSpPr txBox="1"/>
          <p:nvPr/>
        </p:nvSpPr>
        <p:spPr>
          <a:xfrm>
            <a:off x="6172200" y="50109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22" name="Agenda detail 5"/>
          <p:cNvSpPr txBox="1"/>
          <p:nvPr/>
        </p:nvSpPr>
        <p:spPr>
          <a:xfrm>
            <a:off x="6172200" y="5394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One-line description of this topic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/>
          <p:nvPr>
            <p:ph idx="105" type="body" hasCustomPrompt="1"/>
          </p:nvPr>
        </p:nvSpPr>
        <p:spPr>
          <a:xfrm>
            <a:off x="640080" y="1371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</a:rPr>
              <a:t>01</a:t>
            </a:r>
            <a:endParaRPr lang="en-US" sz="9600" dirty="0"/>
          </a:p>
        </p:txBody>
      </p:sp>
      <p:sp>
        <p:nvSpPr>
          <p:cNvPr id="3" name="Title 3"/>
          <p:cNvSpPr/>
          <p:nvPr>
            <p:ph idx="106" type="title" hasCustomPrompt="1"/>
          </p:nvPr>
        </p:nvSpPr>
        <p:spPr>
          <a:xfrm>
            <a:off x="640080" y="32918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Section title</a:t>
            </a:r>
            <a:endParaRPr lang="en-US" sz="4800" dirty="0"/>
          </a:p>
        </p:txBody>
      </p:sp>
      <p:sp>
        <p:nvSpPr>
          <p:cNvPr id="4" name="Text Placeholder 4"/>
          <p:cNvSpPr/>
          <p:nvPr>
            <p:ph idx="107" type="body" hasCustomPrompt="1"/>
          </p:nvPr>
        </p:nvSpPr>
        <p:spPr>
          <a:xfrm>
            <a:off x="640080" y="4754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A one-line summary of what this section covers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0" type="title" hasCustomPrompt="1"/>
          </p:nvPr>
        </p:nvSpPr>
        <p:spPr>
          <a:xfrm>
            <a:off x="640080" y="4572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Slide title with a single clear message</a:t>
            </a:r>
            <a:endParaRPr lang="en-US" sz="3600" dirty="0"/>
          </a:p>
        </p:txBody>
      </p:sp>
      <p:sp>
        <p:nvSpPr>
          <p:cNvPr id="3" name="Text Placeholder 3"/>
          <p:cNvSpPr/>
          <p:nvPr>
            <p:ph idx="101" type="body" hasCustomPrompt="1"/>
          </p:nvPr>
        </p:nvSpPr>
        <p:spPr>
          <a:xfrm>
            <a:off x="640080" y="1783080"/>
            <a:ext cx="1091153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Lead with the main point in one short sentence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Support it with two or three concise details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Keep each bullet to a single line where possible</a:t>
            </a:r>
            <a:endParaRPr lang="en-US" sz="2000" dirty="0"/>
          </a:p>
          <a:p>
            <a:pPr lvl="1" marL="609600" indent="-304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Use a sub-level for supporting detail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Close with the action or decision you need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0" type="title" hasCustomPrompt="1"/>
          </p:nvPr>
        </p:nvSpPr>
        <p:spPr>
          <a:xfrm>
            <a:off x="640080" y="4572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Two columns of text</a:t>
            </a:r>
            <a:endParaRPr lang="en-US" sz="3600" dirty="0"/>
          </a:p>
        </p:txBody>
      </p:sp>
      <p:sp>
        <p:nvSpPr>
          <p:cNvPr id="3" name="Text Placeholder 3"/>
          <p:cNvSpPr/>
          <p:nvPr>
            <p:ph idx="101" type="body" hasCustomPrompt="1"/>
          </p:nvPr>
        </p:nvSpPr>
        <p:spPr>
          <a:xfrm>
            <a:off x="640080" y="1783080"/>
            <a:ext cx="53035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Column heading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First supporting point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Second supporting point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Third supporting point</a:t>
            </a:r>
            <a:endParaRPr lang="en-US" sz="1800" dirty="0"/>
          </a:p>
        </p:txBody>
      </p:sp>
      <p:sp>
        <p:nvSpPr>
          <p:cNvPr id="4" name="Text Placeholder 4"/>
          <p:cNvSpPr/>
          <p:nvPr>
            <p:ph idx="102" type="body" hasCustomPrompt="1"/>
          </p:nvPr>
        </p:nvSpPr>
        <p:spPr>
          <a:xfrm>
            <a:off x="6248095" y="1783080"/>
            <a:ext cx="53035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Column heading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First supporting point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Second supporting point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Third supporting point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1" type="title" hasCustomPrompt="1"/>
          </p:nvPr>
        </p:nvSpPr>
        <p:spPr>
          <a:xfrm>
            <a:off x="640080" y="22860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A short, memorable statement or customer quote goes here</a:t>
            </a:r>
            <a:endParaRPr lang="en-US" sz="4000" dirty="0"/>
          </a:p>
        </p:txBody>
      </p:sp>
      <p:sp>
        <p:nvSpPr>
          <p:cNvPr id="3" name="Text Placeholder 3"/>
          <p:cNvSpPr/>
          <p:nvPr>
            <p:ph idx="102" type="body" hasCustomPrompt="1"/>
          </p:nvPr>
        </p:nvSpPr>
        <p:spPr>
          <a:xfrm>
            <a:off x="640080" y="5212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Name, Title or Source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2" type="title" hasCustomPrompt="1"/>
          </p:nvPr>
        </p:nvSpPr>
        <p:spPr>
          <a:xfrm>
            <a:off x="640080" y="82296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Text beside a picture</a:t>
            </a:r>
            <a:endParaRPr lang="en-US" sz="3600" dirty="0"/>
          </a:p>
        </p:txBody>
      </p:sp>
      <p:sp>
        <p:nvSpPr>
          <p:cNvPr id="3" name="Text Placeholder 3"/>
          <p:cNvSpPr/>
          <p:nvPr>
            <p:ph idx="103" type="body" hasCustomPrompt="1"/>
          </p:nvPr>
        </p:nvSpPr>
        <p:spPr>
          <a:xfrm>
            <a:off x="640080" y="2468880"/>
            <a:ext cx="5394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Describe what the picture shows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Add the context your audience needs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Keep copy short so the image leads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hasCustomPrompt="1"/>
          </p:nvPr>
        </p:nvSpPr>
        <p:spPr>
          <a:xfrm>
            <a:off x="6583680" y="0"/>
            <a:ext cx="5608015" cy="6858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39496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2" type="title" hasCustomPrompt="1"/>
          </p:nvPr>
        </p:nvSpPr>
        <p:spPr>
          <a:xfrm>
            <a:off x="6309360" y="822960"/>
            <a:ext cx="5239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Picture on the left</a:t>
            </a:r>
            <a:endParaRPr lang="en-US" sz="3600" dirty="0"/>
          </a:p>
        </p:txBody>
      </p:sp>
      <p:sp>
        <p:nvSpPr>
          <p:cNvPr id="3" name="Text Placeholder 3"/>
          <p:cNvSpPr/>
          <p:nvPr>
            <p:ph idx="103" type="body" hasCustomPrompt="1"/>
          </p:nvPr>
        </p:nvSpPr>
        <p:spPr>
          <a:xfrm>
            <a:off x="6309360" y="2468880"/>
            <a:ext cx="523951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Swap the picture by clicking its icon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Crop to fit with Picture Format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Mirror of the previous layout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hasCustomPrompt="1"/>
          </p:nvPr>
        </p:nvSpPr>
        <p:spPr>
          <a:xfrm>
            <a:off x="0" y="0"/>
            <a:ext cx="5608015" cy="6858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2" type="title" hasCustomPrompt="1"/>
          </p:nvPr>
        </p:nvSpPr>
        <p:spPr>
          <a:xfrm>
            <a:off x="640080" y="4297680"/>
            <a:ext cx="6949440" cy="914400"/>
          </a:xfrm>
          <a:prstGeom prst="rect">
            <a:avLst/>
          </a:prstGeom>
          <a:solidFill>
            <a:schemeClr val="bg1">
              <a:alpha val="85000"/>
            </a:schemeClr>
          </a:solidFill>
          <a:ln/>
        </p:spPr>
        <p:txBody>
          <a:bodyPr wrap="square" lIns="228600" tIns="228600" rIns="228600" bIns="22860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Full-bleed picture with a caption</a:t>
            </a:r>
            <a:endParaRPr lang="en-US" sz="3400" dirty="0"/>
          </a:p>
        </p:txBody>
      </p:sp>
      <p:sp>
        <p:nvSpPr>
          <p:cNvPr id="3" name="Text Placeholder 3"/>
          <p:cNvSpPr/>
          <p:nvPr>
            <p:ph idx="103" type="body" hasCustomPrompt="1"/>
          </p:nvPr>
        </p:nvSpPr>
        <p:spPr>
          <a:xfrm>
            <a:off x="640080" y="5212080"/>
            <a:ext cx="6949440" cy="1005840"/>
          </a:xfrm>
          <a:prstGeom prst="rect">
            <a:avLst/>
          </a:prstGeom>
          <a:solidFill>
            <a:schemeClr val="bg1">
              <a:alpha val="85000"/>
            </a:schemeClr>
          </a:solidFill>
          <a:ln/>
        </p:spPr>
        <p:txBody>
          <a:bodyPr wrap="square" lIns="228600" tIns="228600" rIns="228600" bIns="2286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Supporting caption or context for the image</a:t>
            </a:r>
            <a:endParaRPr lang="en-US" sz="1800" dirty="0"/>
          </a:p>
        </p:txBody>
      </p:sp>
      <p:sp>
        <p:nvSpPr>
          <p:cNvPr id="4" name="Text 1"/>
          <p:cNvSpPr/>
          <p:nvPr>
            <p:ph idx="101" hasCustomPrompt="1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0" type="title" hasCustomPrompt="1"/>
          </p:nvPr>
        </p:nvSpPr>
        <p:spPr>
          <a:xfrm>
            <a:off x="640080" y="4572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People or profiles</a:t>
            </a:r>
            <a:endParaRPr lang="en-US" sz="3600" dirty="0"/>
          </a:p>
        </p:txBody>
      </p:sp>
      <p:sp>
        <p:nvSpPr>
          <p:cNvPr id="3" name="Text Placeholder 3"/>
          <p:cNvSpPr/>
          <p:nvPr>
            <p:ph idx="103" type="body" hasCustomPrompt="1"/>
          </p:nvPr>
        </p:nvSpPr>
        <p:spPr>
          <a:xfrm>
            <a:off x="640080" y="3840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Full Name</a:t>
            </a:r>
            <a:endParaRPr lang="en-US" sz="2000" dirty="0"/>
          </a:p>
        </p:txBody>
      </p:sp>
      <p:sp>
        <p:nvSpPr>
          <p:cNvPr id="4" name="Text Placeholder 4"/>
          <p:cNvSpPr/>
          <p:nvPr>
            <p:ph idx="104" type="body" hasCustomPrompt="1"/>
          </p:nvPr>
        </p:nvSpPr>
        <p:spPr>
          <a:xfrm>
            <a:off x="640080" y="4251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Role or title</a:t>
            </a:r>
            <a:endParaRPr lang="en-US" sz="1400" dirty="0"/>
          </a:p>
        </p:txBody>
      </p:sp>
      <p:sp>
        <p:nvSpPr>
          <p:cNvPr id="5" name="Text Placeholder 5"/>
          <p:cNvSpPr/>
          <p:nvPr>
            <p:ph idx="105" type="body" hasCustomPrompt="1"/>
          </p:nvPr>
        </p:nvSpPr>
        <p:spPr>
          <a:xfrm>
            <a:off x="640080" y="470916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short line about this person's focus or background.</a:t>
            </a:r>
            <a:endParaRPr lang="en-US" sz="1400" dirty="0"/>
          </a:p>
        </p:txBody>
      </p:sp>
      <p:sp>
        <p:nvSpPr>
          <p:cNvPr id="6" name="Text Placeholder 6"/>
          <p:cNvSpPr/>
          <p:nvPr>
            <p:ph idx="108" type="body" hasCustomPrompt="1"/>
          </p:nvPr>
        </p:nvSpPr>
        <p:spPr>
          <a:xfrm>
            <a:off x="3439058" y="3840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Full Name</a:t>
            </a:r>
            <a:endParaRPr lang="en-US" sz="2000" dirty="0"/>
          </a:p>
        </p:txBody>
      </p:sp>
      <p:sp>
        <p:nvSpPr>
          <p:cNvPr id="7" name="Text Placeholder 7"/>
          <p:cNvSpPr/>
          <p:nvPr>
            <p:ph idx="109" type="body" hasCustomPrompt="1"/>
          </p:nvPr>
        </p:nvSpPr>
        <p:spPr>
          <a:xfrm>
            <a:off x="3439058" y="4251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Role or title</a:t>
            </a:r>
            <a:endParaRPr lang="en-US" sz="1400" dirty="0"/>
          </a:p>
        </p:txBody>
      </p:sp>
      <p:sp>
        <p:nvSpPr>
          <p:cNvPr id="8" name="Text Placeholder 8"/>
          <p:cNvSpPr/>
          <p:nvPr>
            <p:ph idx="110" type="body" hasCustomPrompt="1"/>
          </p:nvPr>
        </p:nvSpPr>
        <p:spPr>
          <a:xfrm>
            <a:off x="3439058" y="470916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short line about this person's focus or background.</a:t>
            </a:r>
            <a:endParaRPr lang="en-US" sz="1400" dirty="0"/>
          </a:p>
        </p:txBody>
      </p:sp>
      <p:sp>
        <p:nvSpPr>
          <p:cNvPr id="9" name="Text Placeholder 9"/>
          <p:cNvSpPr/>
          <p:nvPr>
            <p:ph idx="113" type="body" hasCustomPrompt="1"/>
          </p:nvPr>
        </p:nvSpPr>
        <p:spPr>
          <a:xfrm>
            <a:off x="6238037" y="3840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Full Name</a:t>
            </a:r>
            <a:endParaRPr lang="en-US" sz="2000" dirty="0"/>
          </a:p>
        </p:txBody>
      </p:sp>
      <p:sp>
        <p:nvSpPr>
          <p:cNvPr id="10" name="Text Placeholder 10"/>
          <p:cNvSpPr/>
          <p:nvPr>
            <p:ph idx="114" type="body" hasCustomPrompt="1"/>
          </p:nvPr>
        </p:nvSpPr>
        <p:spPr>
          <a:xfrm>
            <a:off x="6238037" y="4251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Role or title</a:t>
            </a:r>
            <a:endParaRPr lang="en-US" sz="1400" dirty="0"/>
          </a:p>
        </p:txBody>
      </p:sp>
      <p:sp>
        <p:nvSpPr>
          <p:cNvPr id="11" name="Text Placeholder 11"/>
          <p:cNvSpPr/>
          <p:nvPr>
            <p:ph idx="115" type="body" hasCustomPrompt="1"/>
          </p:nvPr>
        </p:nvSpPr>
        <p:spPr>
          <a:xfrm>
            <a:off x="6238037" y="470916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short line about this person's focus or background.</a:t>
            </a:r>
            <a:endParaRPr lang="en-US" sz="1400" dirty="0"/>
          </a:p>
        </p:txBody>
      </p:sp>
      <p:sp>
        <p:nvSpPr>
          <p:cNvPr id="12" name="Text Placeholder 12"/>
          <p:cNvSpPr/>
          <p:nvPr>
            <p:ph idx="118" type="body" hasCustomPrompt="1"/>
          </p:nvPr>
        </p:nvSpPr>
        <p:spPr>
          <a:xfrm>
            <a:off x="9037015" y="3840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Full Name</a:t>
            </a:r>
            <a:endParaRPr lang="en-US" sz="2000" dirty="0"/>
          </a:p>
        </p:txBody>
      </p:sp>
      <p:sp>
        <p:nvSpPr>
          <p:cNvPr id="13" name="Text Placeholder 13"/>
          <p:cNvSpPr/>
          <p:nvPr>
            <p:ph idx="119" type="body" hasCustomPrompt="1"/>
          </p:nvPr>
        </p:nvSpPr>
        <p:spPr>
          <a:xfrm>
            <a:off x="9037015" y="4251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Role or title</a:t>
            </a:r>
            <a:endParaRPr lang="en-US" sz="1400" dirty="0"/>
          </a:p>
        </p:txBody>
      </p:sp>
      <p:sp>
        <p:nvSpPr>
          <p:cNvPr id="14" name="Text Placeholder 14"/>
          <p:cNvSpPr/>
          <p:nvPr>
            <p:ph idx="120" type="body" hasCustomPrompt="1"/>
          </p:nvPr>
        </p:nvSpPr>
        <p:spPr>
          <a:xfrm>
            <a:off x="9037015" y="470916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short line about this person's focus or background.</a:t>
            </a:r>
            <a:endParaRPr lang="en-US" sz="1400" dirty="0"/>
          </a:p>
        </p:txBody>
      </p:sp>
      <p:sp>
        <p:nvSpPr>
          <p:cNvPr id="15" name="Text 1"/>
          <p:cNvSpPr/>
          <p:nvPr>
            <p:ph idx="102" hasCustomPrompt="1"/>
          </p:nvPr>
        </p:nvSpPr>
        <p:spPr>
          <a:xfrm>
            <a:off x="640080" y="1783080"/>
            <a:ext cx="18288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2"/>
          <p:cNvSpPr/>
          <p:nvPr>
            <p:ph idx="107" hasCustomPrompt="1"/>
          </p:nvPr>
        </p:nvSpPr>
        <p:spPr>
          <a:xfrm>
            <a:off x="3439058" y="1783080"/>
            <a:ext cx="18288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3"/>
          <p:cNvSpPr/>
          <p:nvPr>
            <p:ph idx="112" hasCustomPrompt="1"/>
          </p:nvPr>
        </p:nvSpPr>
        <p:spPr>
          <a:xfrm>
            <a:off x="6238037" y="1783080"/>
            <a:ext cx="18288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4"/>
          <p:cNvSpPr/>
          <p:nvPr>
            <p:ph idx="117" hasCustomPrompt="1"/>
          </p:nvPr>
        </p:nvSpPr>
        <p:spPr>
          <a:xfrm>
            <a:off x="9037015" y="1783080"/>
            <a:ext cx="18288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/>
          <p:nvPr>
            <p:ph idx="105" type="body" hasCustomPrompt="1"/>
          </p:nvPr>
        </p:nvSpPr>
        <p:spPr>
          <a:xfrm>
            <a:off x="640080" y="1371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</a:rPr>
              <a:t>02</a:t>
            </a:r>
            <a:endParaRPr lang="en-US" sz="9600" dirty="0"/>
          </a:p>
        </p:txBody>
      </p:sp>
      <p:sp>
        <p:nvSpPr>
          <p:cNvPr id="3" name="Title 3"/>
          <p:cNvSpPr/>
          <p:nvPr>
            <p:ph idx="106" type="title" hasCustomPrompt="1"/>
          </p:nvPr>
        </p:nvSpPr>
        <p:spPr>
          <a:xfrm>
            <a:off x="640080" y="32918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Another section</a:t>
            </a:r>
            <a:endParaRPr lang="en-US" sz="4800" dirty="0"/>
          </a:p>
        </p:txBody>
      </p:sp>
      <p:sp>
        <p:nvSpPr>
          <p:cNvPr id="4" name="Text Placeholder 4"/>
          <p:cNvSpPr/>
          <p:nvPr>
            <p:ph idx="107" type="body" hasCustomPrompt="1"/>
          </p:nvPr>
        </p:nvSpPr>
        <p:spPr>
          <a:xfrm>
            <a:off x="640080" y="4754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Use dividers to pace a longer deck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0" type="title" hasCustomPrompt="1"/>
          </p:nvPr>
        </p:nvSpPr>
        <p:spPr>
          <a:xfrm>
            <a:off x="640080" y="4572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Three key points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640080" y="1783080"/>
            <a:ext cx="3438144" cy="434340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4" name="Card number 1"/>
          <p:cNvSpPr/>
          <p:nvPr/>
        </p:nvSpPr>
        <p:spPr>
          <a:xfrm>
            <a:off x="1005840" y="2148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Card heading 1"/>
          <p:cNvSpPr txBox="1"/>
          <p:nvPr/>
        </p:nvSpPr>
        <p:spPr>
          <a:xfrm>
            <a:off x="1005840" y="306324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First point</a:t>
            </a:r>
            <a:endParaRPr lang="en-US" sz="2400" dirty="0"/>
          </a:p>
        </p:txBody>
      </p:sp>
      <p:sp>
        <p:nvSpPr>
          <p:cNvPr id="6" name="Card text 1"/>
          <p:cNvSpPr txBox="1"/>
          <p:nvPr/>
        </p:nvSpPr>
        <p:spPr>
          <a:xfrm>
            <a:off x="1005840" y="3703320"/>
            <a:ext cx="27066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Two or three sentences that explain this point and why it matters to the audience.</a:t>
            </a:r>
            <a:endParaRPr lang="en-US" sz="1600" dirty="0"/>
          </a:p>
        </p:txBody>
      </p:sp>
      <p:sp>
        <p:nvSpPr>
          <p:cNvPr id="7" name="Card 2"/>
          <p:cNvSpPr/>
          <p:nvPr/>
        </p:nvSpPr>
        <p:spPr>
          <a:xfrm>
            <a:off x="4376776" y="1783080"/>
            <a:ext cx="3438144" cy="434340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8" name="Card number 2"/>
          <p:cNvSpPr/>
          <p:nvPr/>
        </p:nvSpPr>
        <p:spPr>
          <a:xfrm>
            <a:off x="4742536" y="2148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Card heading 2"/>
          <p:cNvSpPr txBox="1"/>
          <p:nvPr/>
        </p:nvSpPr>
        <p:spPr>
          <a:xfrm>
            <a:off x="4742536" y="306324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Second point</a:t>
            </a:r>
            <a:endParaRPr lang="en-US" sz="2400" dirty="0"/>
          </a:p>
        </p:txBody>
      </p:sp>
      <p:sp>
        <p:nvSpPr>
          <p:cNvPr id="10" name="Card text 2"/>
          <p:cNvSpPr txBox="1"/>
          <p:nvPr/>
        </p:nvSpPr>
        <p:spPr>
          <a:xfrm>
            <a:off x="4742536" y="3703320"/>
            <a:ext cx="27066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Two or three sentences that explain this point and why it matters to the audience.</a:t>
            </a:r>
            <a:endParaRPr lang="en-US" sz="1600" dirty="0"/>
          </a:p>
        </p:txBody>
      </p:sp>
      <p:sp>
        <p:nvSpPr>
          <p:cNvPr id="11" name="Card 3"/>
          <p:cNvSpPr/>
          <p:nvPr/>
        </p:nvSpPr>
        <p:spPr>
          <a:xfrm>
            <a:off x="8113471" y="1783080"/>
            <a:ext cx="3438144" cy="434340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2" name="Card number 3"/>
          <p:cNvSpPr/>
          <p:nvPr/>
        </p:nvSpPr>
        <p:spPr>
          <a:xfrm>
            <a:off x="8479231" y="2148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Card heading 3"/>
          <p:cNvSpPr txBox="1"/>
          <p:nvPr/>
        </p:nvSpPr>
        <p:spPr>
          <a:xfrm>
            <a:off x="8479231" y="306324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Third point</a:t>
            </a:r>
            <a:endParaRPr lang="en-US" sz="2400" dirty="0"/>
          </a:p>
        </p:txBody>
      </p:sp>
      <p:sp>
        <p:nvSpPr>
          <p:cNvPr id="14" name="Card text 3"/>
          <p:cNvSpPr txBox="1"/>
          <p:nvPr/>
        </p:nvSpPr>
        <p:spPr>
          <a:xfrm>
            <a:off x="8479231" y="3703320"/>
            <a:ext cx="27066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Two or three sentences that explain this point and why it matters to the audience.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0" type="title" hasCustomPrompt="1"/>
          </p:nvPr>
        </p:nvSpPr>
        <p:spPr>
          <a:xfrm>
            <a:off x="640080" y="4572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Four-part grid</a:t>
            </a:r>
            <a:endParaRPr lang="en-US" sz="3600" dirty="0"/>
          </a:p>
        </p:txBody>
      </p:sp>
      <p:sp>
        <p:nvSpPr>
          <p:cNvPr id="3" name="Grid panel 1"/>
          <p:cNvSpPr/>
          <p:nvPr/>
        </p:nvSpPr>
        <p:spPr>
          <a:xfrm>
            <a:off x="640080" y="1783080"/>
            <a:ext cx="530352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4" name="Grid number 1"/>
          <p:cNvSpPr/>
          <p:nvPr/>
        </p:nvSpPr>
        <p:spPr>
          <a:xfrm>
            <a:off x="960120" y="21031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Grid heading 1"/>
          <p:cNvSpPr txBox="1"/>
          <p:nvPr/>
        </p:nvSpPr>
        <p:spPr>
          <a:xfrm>
            <a:off x="1691640" y="2057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Topic one</a:t>
            </a:r>
            <a:endParaRPr lang="en-US" sz="2000" dirty="0"/>
          </a:p>
        </p:txBody>
      </p:sp>
      <p:sp>
        <p:nvSpPr>
          <p:cNvPr id="6" name="Grid text 1"/>
          <p:cNvSpPr txBox="1"/>
          <p:nvPr/>
        </p:nvSpPr>
        <p:spPr>
          <a:xfrm>
            <a:off x="1691640" y="26517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short description of this topic in one or two lines.</a:t>
            </a:r>
            <a:endParaRPr lang="en-US" sz="1600" dirty="0"/>
          </a:p>
        </p:txBody>
      </p:sp>
      <p:sp>
        <p:nvSpPr>
          <p:cNvPr id="7" name="Grid panel 2"/>
          <p:cNvSpPr/>
          <p:nvPr/>
        </p:nvSpPr>
        <p:spPr>
          <a:xfrm>
            <a:off x="6248095" y="1783080"/>
            <a:ext cx="530352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8" name="Grid number 2"/>
          <p:cNvSpPr/>
          <p:nvPr/>
        </p:nvSpPr>
        <p:spPr>
          <a:xfrm>
            <a:off x="6568135" y="21031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Grid heading 2"/>
          <p:cNvSpPr txBox="1"/>
          <p:nvPr/>
        </p:nvSpPr>
        <p:spPr>
          <a:xfrm>
            <a:off x="7299655" y="2057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Topic two</a:t>
            </a:r>
            <a:endParaRPr lang="en-US" sz="2000" dirty="0"/>
          </a:p>
        </p:txBody>
      </p:sp>
      <p:sp>
        <p:nvSpPr>
          <p:cNvPr id="10" name="Grid text 2"/>
          <p:cNvSpPr txBox="1"/>
          <p:nvPr/>
        </p:nvSpPr>
        <p:spPr>
          <a:xfrm>
            <a:off x="7299655" y="26517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short description of this topic in one or two lines.</a:t>
            </a:r>
            <a:endParaRPr lang="en-US" sz="1600" dirty="0"/>
          </a:p>
        </p:txBody>
      </p:sp>
      <p:sp>
        <p:nvSpPr>
          <p:cNvPr id="11" name="Grid panel 3"/>
          <p:cNvSpPr/>
          <p:nvPr/>
        </p:nvSpPr>
        <p:spPr>
          <a:xfrm>
            <a:off x="640080" y="4142232"/>
            <a:ext cx="530352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2" name="Grid number 3"/>
          <p:cNvSpPr/>
          <p:nvPr/>
        </p:nvSpPr>
        <p:spPr>
          <a:xfrm>
            <a:off x="960120" y="446227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Grid heading 3"/>
          <p:cNvSpPr txBox="1"/>
          <p:nvPr/>
        </p:nvSpPr>
        <p:spPr>
          <a:xfrm>
            <a:off x="1691640" y="44165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Topic three</a:t>
            </a:r>
            <a:endParaRPr lang="en-US" sz="2000" dirty="0"/>
          </a:p>
        </p:txBody>
      </p:sp>
      <p:sp>
        <p:nvSpPr>
          <p:cNvPr id="14" name="Grid text 3"/>
          <p:cNvSpPr txBox="1"/>
          <p:nvPr/>
        </p:nvSpPr>
        <p:spPr>
          <a:xfrm>
            <a:off x="1691640" y="501091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short description of this topic in one or two lines.</a:t>
            </a:r>
            <a:endParaRPr lang="en-US" sz="1600" dirty="0"/>
          </a:p>
        </p:txBody>
      </p:sp>
      <p:sp>
        <p:nvSpPr>
          <p:cNvPr id="15" name="Grid panel 4"/>
          <p:cNvSpPr/>
          <p:nvPr/>
        </p:nvSpPr>
        <p:spPr>
          <a:xfrm>
            <a:off x="6248095" y="4142232"/>
            <a:ext cx="530352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6" name="Grid number 4"/>
          <p:cNvSpPr/>
          <p:nvPr/>
        </p:nvSpPr>
        <p:spPr>
          <a:xfrm>
            <a:off x="6568135" y="4462272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Grid heading 4"/>
          <p:cNvSpPr txBox="1"/>
          <p:nvPr/>
        </p:nvSpPr>
        <p:spPr>
          <a:xfrm>
            <a:off x="7299655" y="44165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Topic four</a:t>
            </a:r>
            <a:endParaRPr lang="en-US" sz="2000" dirty="0"/>
          </a:p>
        </p:txBody>
      </p:sp>
      <p:sp>
        <p:nvSpPr>
          <p:cNvPr id="18" name="Grid text 4"/>
          <p:cNvSpPr txBox="1"/>
          <p:nvPr/>
        </p:nvSpPr>
        <p:spPr>
          <a:xfrm>
            <a:off x="7299655" y="501091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short description of this topic in one or two lines.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0" type="title" hasCustomPrompt="1"/>
          </p:nvPr>
        </p:nvSpPr>
        <p:spPr>
          <a:xfrm>
            <a:off x="640080" y="4572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Numbers that matter</a:t>
            </a:r>
            <a:endParaRPr lang="en-US" sz="3600" dirty="0"/>
          </a:p>
        </p:txBody>
      </p:sp>
      <p:sp>
        <p:nvSpPr>
          <p:cNvPr id="3" name="Stat panel 1"/>
          <p:cNvSpPr/>
          <p:nvPr/>
        </p:nvSpPr>
        <p:spPr>
          <a:xfrm>
            <a:off x="640080" y="1783080"/>
            <a:ext cx="2542032" cy="2834640"/>
          </a:xfrm>
          <a:prstGeom prst="roundRect">
            <a:avLst>
              <a:gd name="adj" fmla="val 4317"/>
            </a:avLst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4" name="Stat value 1"/>
          <p:cNvSpPr txBox="1"/>
          <p:nvPr/>
        </p:nvSpPr>
        <p:spPr>
          <a:xfrm>
            <a:off x="914400" y="205740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00%</a:t>
            </a:r>
            <a:endParaRPr lang="en-US" sz="5400" dirty="0"/>
          </a:p>
        </p:txBody>
      </p:sp>
      <p:sp>
        <p:nvSpPr>
          <p:cNvPr id="5" name="Stat label 1"/>
          <p:cNvSpPr txBox="1"/>
          <p:nvPr/>
        </p:nvSpPr>
        <p:spPr>
          <a:xfrm>
            <a:off x="914400" y="320040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Metric one</a:t>
            </a:r>
            <a:endParaRPr lang="en-US" sz="1800" dirty="0"/>
          </a:p>
        </p:txBody>
      </p:sp>
      <p:sp>
        <p:nvSpPr>
          <p:cNvPr id="6" name="Stat note 1"/>
          <p:cNvSpPr txBox="1"/>
          <p:nvPr/>
        </p:nvSpPr>
        <p:spPr>
          <a:xfrm>
            <a:off x="914400" y="365760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Short note on how this is measured</a:t>
            </a:r>
            <a:endParaRPr lang="en-US" sz="1400" dirty="0"/>
          </a:p>
        </p:txBody>
      </p:sp>
      <p:sp>
        <p:nvSpPr>
          <p:cNvPr id="7" name="Stat panel 2"/>
          <p:cNvSpPr/>
          <p:nvPr/>
        </p:nvSpPr>
        <p:spPr>
          <a:xfrm>
            <a:off x="3429914" y="1783080"/>
            <a:ext cx="2542032" cy="2834640"/>
          </a:xfrm>
          <a:prstGeom prst="roundRect">
            <a:avLst>
              <a:gd name="adj" fmla="val 4317"/>
            </a:avLst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8" name="Stat value 2"/>
          <p:cNvSpPr txBox="1"/>
          <p:nvPr/>
        </p:nvSpPr>
        <p:spPr>
          <a:xfrm>
            <a:off x="3704234" y="205740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0.0x</a:t>
            </a:r>
            <a:endParaRPr lang="en-US" sz="5400" dirty="0"/>
          </a:p>
        </p:txBody>
      </p:sp>
      <p:sp>
        <p:nvSpPr>
          <p:cNvPr id="9" name="Stat label 2"/>
          <p:cNvSpPr txBox="1"/>
          <p:nvPr/>
        </p:nvSpPr>
        <p:spPr>
          <a:xfrm>
            <a:off x="3704234" y="320040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Metric two</a:t>
            </a:r>
            <a:endParaRPr lang="en-US" sz="1800" dirty="0"/>
          </a:p>
        </p:txBody>
      </p:sp>
      <p:sp>
        <p:nvSpPr>
          <p:cNvPr id="10" name="Stat note 2"/>
          <p:cNvSpPr txBox="1"/>
          <p:nvPr/>
        </p:nvSpPr>
        <p:spPr>
          <a:xfrm>
            <a:off x="3704234" y="365760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Short note on how this is measured</a:t>
            </a:r>
            <a:endParaRPr lang="en-US" sz="1400" dirty="0"/>
          </a:p>
        </p:txBody>
      </p:sp>
      <p:sp>
        <p:nvSpPr>
          <p:cNvPr id="11" name="Stat panel 3"/>
          <p:cNvSpPr/>
          <p:nvPr/>
        </p:nvSpPr>
        <p:spPr>
          <a:xfrm>
            <a:off x="6219749" y="1783080"/>
            <a:ext cx="2542032" cy="2834640"/>
          </a:xfrm>
          <a:prstGeom prst="roundRect">
            <a:avLst>
              <a:gd name="adj" fmla="val 4317"/>
            </a:avLst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2" name="Stat value 3"/>
          <p:cNvSpPr txBox="1"/>
          <p:nvPr/>
        </p:nvSpPr>
        <p:spPr>
          <a:xfrm>
            <a:off x="6494069" y="205740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000</a:t>
            </a:r>
            <a:endParaRPr lang="en-US" sz="5400" dirty="0"/>
          </a:p>
        </p:txBody>
      </p:sp>
      <p:sp>
        <p:nvSpPr>
          <p:cNvPr id="13" name="Stat label 3"/>
          <p:cNvSpPr txBox="1"/>
          <p:nvPr/>
        </p:nvSpPr>
        <p:spPr>
          <a:xfrm>
            <a:off x="6494069" y="320040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Metric three</a:t>
            </a:r>
            <a:endParaRPr lang="en-US" sz="1800" dirty="0"/>
          </a:p>
        </p:txBody>
      </p:sp>
      <p:sp>
        <p:nvSpPr>
          <p:cNvPr id="14" name="Stat note 3"/>
          <p:cNvSpPr txBox="1"/>
          <p:nvPr/>
        </p:nvSpPr>
        <p:spPr>
          <a:xfrm>
            <a:off x="6494069" y="365760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Short note on how this is measured</a:t>
            </a:r>
            <a:endParaRPr lang="en-US" sz="1400" dirty="0"/>
          </a:p>
        </p:txBody>
      </p:sp>
      <p:sp>
        <p:nvSpPr>
          <p:cNvPr id="15" name="Stat panel 4"/>
          <p:cNvSpPr/>
          <p:nvPr/>
        </p:nvSpPr>
        <p:spPr>
          <a:xfrm>
            <a:off x="9009583" y="1783080"/>
            <a:ext cx="2542032" cy="2834640"/>
          </a:xfrm>
          <a:prstGeom prst="roundRect">
            <a:avLst>
              <a:gd name="adj" fmla="val 4317"/>
            </a:avLst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6" name="Stat value 4"/>
          <p:cNvSpPr txBox="1"/>
          <p:nvPr/>
        </p:nvSpPr>
        <p:spPr>
          <a:xfrm>
            <a:off x="9283903" y="205740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$0M</a:t>
            </a:r>
            <a:endParaRPr lang="en-US" sz="5400" dirty="0"/>
          </a:p>
        </p:txBody>
      </p:sp>
      <p:sp>
        <p:nvSpPr>
          <p:cNvPr id="17" name="Stat label 4"/>
          <p:cNvSpPr txBox="1"/>
          <p:nvPr/>
        </p:nvSpPr>
        <p:spPr>
          <a:xfrm>
            <a:off x="9283903" y="320040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Metric four</a:t>
            </a:r>
            <a:endParaRPr lang="en-US" sz="1800" dirty="0"/>
          </a:p>
        </p:txBody>
      </p:sp>
      <p:sp>
        <p:nvSpPr>
          <p:cNvPr id="18" name="Stat note 4"/>
          <p:cNvSpPr txBox="1"/>
          <p:nvPr/>
        </p:nvSpPr>
        <p:spPr>
          <a:xfrm>
            <a:off x="9283903" y="365760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Short note on how this is measured</a:t>
            </a:r>
            <a:endParaRPr lang="en-US" sz="1400" dirty="0"/>
          </a:p>
        </p:txBody>
      </p:sp>
      <p:sp>
        <p:nvSpPr>
          <p:cNvPr id="19" name="Takeaway panel"/>
          <p:cNvSpPr/>
          <p:nvPr/>
        </p:nvSpPr>
        <p:spPr>
          <a:xfrm>
            <a:off x="640080" y="4892040"/>
            <a:ext cx="10911535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20" name="Takeaway text"/>
          <p:cNvSpPr txBox="1"/>
          <p:nvPr/>
        </p:nvSpPr>
        <p:spPr>
          <a:xfrm>
            <a:off x="1005840" y="4892040"/>
            <a:ext cx="101800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One sentence that interprets the numbers above and states what they mean.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0" type="title" hasCustomPrompt="1"/>
          </p:nvPr>
        </p:nvSpPr>
        <p:spPr>
          <a:xfrm>
            <a:off x="640080" y="4572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Side-by-side comparison</a:t>
            </a:r>
            <a:endParaRPr lang="en-US" sz="3600" dirty="0"/>
          </a:p>
        </p:txBody>
      </p:sp>
      <p:sp>
        <p:nvSpPr>
          <p:cNvPr id="3" name="Comparison panel 1"/>
          <p:cNvSpPr/>
          <p:nvPr/>
        </p:nvSpPr>
        <p:spPr>
          <a:xfrm>
            <a:off x="640080" y="1783080"/>
            <a:ext cx="530352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4" name="Comparison header 1"/>
          <p:cNvSpPr/>
          <p:nvPr/>
        </p:nvSpPr>
        <p:spPr>
          <a:xfrm>
            <a:off x="914400" y="2057400"/>
            <a:ext cx="475488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Option A</a:t>
            </a:r>
            <a:endParaRPr lang="en-US" sz="2000" dirty="0"/>
          </a:p>
        </p:txBody>
      </p:sp>
      <p:sp>
        <p:nvSpPr>
          <p:cNvPr id="5" name="Comparison list 1"/>
          <p:cNvSpPr txBox="1"/>
          <p:nvPr/>
        </p:nvSpPr>
        <p:spPr>
          <a:xfrm>
            <a:off x="914400" y="29718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First point of comparison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Second point of comparison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Third point of comparison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Fourth point of comparison</a:t>
            </a:r>
            <a:endParaRPr lang="en-US" sz="1800" dirty="0"/>
          </a:p>
        </p:txBody>
      </p:sp>
      <p:sp>
        <p:nvSpPr>
          <p:cNvPr id="6" name="Comparison panel 2"/>
          <p:cNvSpPr/>
          <p:nvPr/>
        </p:nvSpPr>
        <p:spPr>
          <a:xfrm>
            <a:off x="6248095" y="1783080"/>
            <a:ext cx="530352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7" name="Comparison header 2"/>
          <p:cNvSpPr/>
          <p:nvPr/>
        </p:nvSpPr>
        <p:spPr>
          <a:xfrm>
            <a:off x="6522415" y="2057400"/>
            <a:ext cx="475488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Option B</a:t>
            </a:r>
            <a:endParaRPr lang="en-US" sz="2000" dirty="0"/>
          </a:p>
        </p:txBody>
      </p:sp>
      <p:sp>
        <p:nvSpPr>
          <p:cNvPr id="8" name="Comparison list 2"/>
          <p:cNvSpPr txBox="1"/>
          <p:nvPr/>
        </p:nvSpPr>
        <p:spPr>
          <a:xfrm>
            <a:off x="6522415" y="29718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First point of comparison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Second point of comparison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Third point of comparison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Fourth point of comparison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0" type="title" hasCustomPrompt="1"/>
          </p:nvPr>
        </p:nvSpPr>
        <p:spPr>
          <a:xfrm>
            <a:off x="640080" y="4572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Timeline of milestones</a:t>
            </a:r>
            <a:endParaRPr lang="en-US" sz="3600" dirty="0"/>
          </a:p>
        </p:txBody>
      </p:sp>
      <p:sp>
        <p:nvSpPr>
          <p:cNvPr id="3" name="Timeline axis"/>
          <p:cNvSpPr/>
          <p:nvPr/>
        </p:nvSpPr>
        <p:spPr>
          <a:xfrm>
            <a:off x="640080" y="3611880"/>
            <a:ext cx="10911535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4" name="Timeline date 1"/>
          <p:cNvSpPr txBox="1"/>
          <p:nvPr/>
        </p:nvSpPr>
        <p:spPr>
          <a:xfrm>
            <a:off x="640080" y="260604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Q1 YYYY</a:t>
            </a:r>
            <a:endParaRPr lang="en-US" sz="2000" dirty="0"/>
          </a:p>
        </p:txBody>
      </p:sp>
      <p:sp>
        <p:nvSpPr>
          <p:cNvPr id="5" name="Timeline marker 1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Timeline heading 1"/>
          <p:cNvSpPr txBox="1"/>
          <p:nvPr/>
        </p:nvSpPr>
        <p:spPr>
          <a:xfrm>
            <a:off x="640080" y="4114800"/>
            <a:ext cx="19537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Milestone 1</a:t>
            </a:r>
            <a:endParaRPr lang="en-US" sz="2000" dirty="0"/>
          </a:p>
        </p:txBody>
      </p:sp>
      <p:sp>
        <p:nvSpPr>
          <p:cNvPr id="7" name="Timeline text 1"/>
          <p:cNvSpPr txBox="1"/>
          <p:nvPr/>
        </p:nvSpPr>
        <p:spPr>
          <a:xfrm>
            <a:off x="640080" y="4617720"/>
            <a:ext cx="190798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or two lines describing this milestone.</a:t>
            </a:r>
            <a:endParaRPr lang="en-US" sz="1400" dirty="0"/>
          </a:p>
        </p:txBody>
      </p:sp>
      <p:sp>
        <p:nvSpPr>
          <p:cNvPr id="8" name="Timeline date 2"/>
          <p:cNvSpPr txBox="1"/>
          <p:nvPr/>
        </p:nvSpPr>
        <p:spPr>
          <a:xfrm>
            <a:off x="2822387" y="260604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Q2 YYYY</a:t>
            </a:r>
            <a:endParaRPr lang="en-US" sz="2000" dirty="0"/>
          </a:p>
        </p:txBody>
      </p:sp>
      <p:sp>
        <p:nvSpPr>
          <p:cNvPr id="9" name="Timeline marker 2"/>
          <p:cNvSpPr/>
          <p:nvPr/>
        </p:nvSpPr>
        <p:spPr>
          <a:xfrm>
            <a:off x="2822387" y="3429000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Timeline heading 2"/>
          <p:cNvSpPr txBox="1"/>
          <p:nvPr/>
        </p:nvSpPr>
        <p:spPr>
          <a:xfrm>
            <a:off x="2822387" y="4114800"/>
            <a:ext cx="19537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Milestone 2</a:t>
            </a:r>
            <a:endParaRPr lang="en-US" sz="2000" dirty="0"/>
          </a:p>
        </p:txBody>
      </p:sp>
      <p:sp>
        <p:nvSpPr>
          <p:cNvPr id="11" name="Timeline text 2"/>
          <p:cNvSpPr txBox="1"/>
          <p:nvPr/>
        </p:nvSpPr>
        <p:spPr>
          <a:xfrm>
            <a:off x="2822387" y="4617720"/>
            <a:ext cx="190798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or two lines describing this milestone.</a:t>
            </a:r>
            <a:endParaRPr lang="en-US" sz="1400" dirty="0"/>
          </a:p>
        </p:txBody>
      </p:sp>
      <p:sp>
        <p:nvSpPr>
          <p:cNvPr id="12" name="Timeline date 3"/>
          <p:cNvSpPr txBox="1"/>
          <p:nvPr/>
        </p:nvSpPr>
        <p:spPr>
          <a:xfrm>
            <a:off x="5004694" y="260604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Q3 YYYY</a:t>
            </a:r>
            <a:endParaRPr lang="en-US" sz="2000" dirty="0"/>
          </a:p>
        </p:txBody>
      </p:sp>
      <p:sp>
        <p:nvSpPr>
          <p:cNvPr id="13" name="Timeline marker 3"/>
          <p:cNvSpPr/>
          <p:nvPr/>
        </p:nvSpPr>
        <p:spPr>
          <a:xfrm>
            <a:off x="5004694" y="3429000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Timeline heading 3"/>
          <p:cNvSpPr txBox="1"/>
          <p:nvPr/>
        </p:nvSpPr>
        <p:spPr>
          <a:xfrm>
            <a:off x="5004694" y="4114800"/>
            <a:ext cx="19537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Milestone 3</a:t>
            </a:r>
            <a:endParaRPr lang="en-US" sz="2000" dirty="0"/>
          </a:p>
        </p:txBody>
      </p:sp>
      <p:sp>
        <p:nvSpPr>
          <p:cNvPr id="15" name="Timeline text 3"/>
          <p:cNvSpPr txBox="1"/>
          <p:nvPr/>
        </p:nvSpPr>
        <p:spPr>
          <a:xfrm>
            <a:off x="5004694" y="4617720"/>
            <a:ext cx="190798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or two lines describing this milestone.</a:t>
            </a:r>
            <a:endParaRPr lang="en-US" sz="1400" dirty="0"/>
          </a:p>
        </p:txBody>
      </p:sp>
      <p:sp>
        <p:nvSpPr>
          <p:cNvPr id="16" name="Timeline date 4"/>
          <p:cNvSpPr txBox="1"/>
          <p:nvPr/>
        </p:nvSpPr>
        <p:spPr>
          <a:xfrm>
            <a:off x="7187001" y="260604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Q4 YYYY</a:t>
            </a:r>
            <a:endParaRPr lang="en-US" sz="2000" dirty="0"/>
          </a:p>
        </p:txBody>
      </p:sp>
      <p:sp>
        <p:nvSpPr>
          <p:cNvPr id="17" name="Timeline marker 4"/>
          <p:cNvSpPr/>
          <p:nvPr/>
        </p:nvSpPr>
        <p:spPr>
          <a:xfrm>
            <a:off x="7187001" y="3429000"/>
            <a:ext cx="365760" cy="3657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8" name="Timeline heading 4"/>
          <p:cNvSpPr txBox="1"/>
          <p:nvPr/>
        </p:nvSpPr>
        <p:spPr>
          <a:xfrm>
            <a:off x="7187001" y="4114800"/>
            <a:ext cx="19537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Milestone 4</a:t>
            </a:r>
            <a:endParaRPr lang="en-US" sz="2000" dirty="0"/>
          </a:p>
        </p:txBody>
      </p:sp>
      <p:sp>
        <p:nvSpPr>
          <p:cNvPr id="19" name="Timeline text 4"/>
          <p:cNvSpPr txBox="1"/>
          <p:nvPr/>
        </p:nvSpPr>
        <p:spPr>
          <a:xfrm>
            <a:off x="7187001" y="4617720"/>
            <a:ext cx="190798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or two lines describing this milestone.</a:t>
            </a:r>
            <a:endParaRPr lang="en-US" sz="1400" dirty="0"/>
          </a:p>
        </p:txBody>
      </p:sp>
      <p:sp>
        <p:nvSpPr>
          <p:cNvPr id="20" name="Timeline date 5"/>
          <p:cNvSpPr txBox="1"/>
          <p:nvPr/>
        </p:nvSpPr>
        <p:spPr>
          <a:xfrm>
            <a:off x="9369308" y="260604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Q1 YYYY</a:t>
            </a:r>
            <a:endParaRPr lang="en-US" sz="2000" dirty="0"/>
          </a:p>
        </p:txBody>
      </p:sp>
      <p:sp>
        <p:nvSpPr>
          <p:cNvPr id="21" name="Timeline marker 5"/>
          <p:cNvSpPr/>
          <p:nvPr/>
        </p:nvSpPr>
        <p:spPr>
          <a:xfrm>
            <a:off x="9369308" y="3429000"/>
            <a:ext cx="365760" cy="3657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2" name="Timeline heading 5"/>
          <p:cNvSpPr txBox="1"/>
          <p:nvPr/>
        </p:nvSpPr>
        <p:spPr>
          <a:xfrm>
            <a:off x="9369308" y="4114800"/>
            <a:ext cx="19537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Milestone 5</a:t>
            </a:r>
            <a:endParaRPr lang="en-US" sz="2000" dirty="0"/>
          </a:p>
        </p:txBody>
      </p:sp>
      <p:sp>
        <p:nvSpPr>
          <p:cNvPr id="23" name="Timeline text 5"/>
          <p:cNvSpPr txBox="1"/>
          <p:nvPr/>
        </p:nvSpPr>
        <p:spPr>
          <a:xfrm>
            <a:off x="9369308" y="4617720"/>
            <a:ext cx="190798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or two lines describing this milestone.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0" type="title" hasCustomPrompt="1"/>
          </p:nvPr>
        </p:nvSpPr>
        <p:spPr>
          <a:xfrm>
            <a:off x="640080" y="4572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process in four steps</a:t>
            </a:r>
            <a:endParaRPr lang="en-US" sz="3600" dirty="0"/>
          </a:p>
        </p:txBody>
      </p:sp>
      <p:sp>
        <p:nvSpPr>
          <p:cNvPr id="3" name="Step shape 1"/>
          <p:cNvSpPr/>
          <p:nvPr/>
        </p:nvSpPr>
        <p:spPr>
          <a:xfrm>
            <a:off x="640080" y="1828800"/>
            <a:ext cx="2697480" cy="914400"/>
          </a:xfrm>
          <a:prstGeom prst="homePlate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" name="Step label 1"/>
          <p:cNvSpPr txBox="1"/>
          <p:nvPr/>
        </p:nvSpPr>
        <p:spPr>
          <a:xfrm>
            <a:off x="960120" y="1828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Step 1</a:t>
            </a:r>
            <a:endParaRPr lang="en-US" sz="2000" dirty="0"/>
          </a:p>
        </p:txBody>
      </p:sp>
      <p:sp>
        <p:nvSpPr>
          <p:cNvPr id="5" name="Step heading 1"/>
          <p:cNvSpPr txBox="1"/>
          <p:nvPr/>
        </p:nvSpPr>
        <p:spPr>
          <a:xfrm>
            <a:off x="731520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Step heading</a:t>
            </a:r>
            <a:endParaRPr lang="en-US" sz="2000" dirty="0"/>
          </a:p>
        </p:txBody>
      </p:sp>
      <p:sp>
        <p:nvSpPr>
          <p:cNvPr id="6" name="Step text 1"/>
          <p:cNvSpPr txBox="1"/>
          <p:nvPr/>
        </p:nvSpPr>
        <p:spPr>
          <a:xfrm>
            <a:off x="731520" y="36118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sentence or two describing what happens in this step.</a:t>
            </a:r>
            <a:endParaRPr lang="en-US" sz="1600" dirty="0"/>
          </a:p>
        </p:txBody>
      </p:sp>
      <p:sp>
        <p:nvSpPr>
          <p:cNvPr id="7" name="Step shape 2"/>
          <p:cNvSpPr/>
          <p:nvPr/>
        </p:nvSpPr>
        <p:spPr>
          <a:xfrm>
            <a:off x="3378708" y="1828800"/>
            <a:ext cx="2697480" cy="914400"/>
          </a:xfrm>
          <a:prstGeom prst="chevron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" name="Step label 2"/>
          <p:cNvSpPr txBox="1"/>
          <p:nvPr/>
        </p:nvSpPr>
        <p:spPr>
          <a:xfrm>
            <a:off x="3927348" y="1828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Step 2</a:t>
            </a:r>
            <a:endParaRPr lang="en-US" sz="2000" dirty="0"/>
          </a:p>
        </p:txBody>
      </p:sp>
      <p:sp>
        <p:nvSpPr>
          <p:cNvPr id="9" name="Step heading 2"/>
          <p:cNvSpPr txBox="1"/>
          <p:nvPr/>
        </p:nvSpPr>
        <p:spPr>
          <a:xfrm>
            <a:off x="3470148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Step heading</a:t>
            </a:r>
            <a:endParaRPr lang="en-US" sz="2000" dirty="0"/>
          </a:p>
        </p:txBody>
      </p:sp>
      <p:sp>
        <p:nvSpPr>
          <p:cNvPr id="10" name="Step text 2"/>
          <p:cNvSpPr txBox="1"/>
          <p:nvPr/>
        </p:nvSpPr>
        <p:spPr>
          <a:xfrm>
            <a:off x="3470148" y="36118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sentence or two describing what happens in this step.</a:t>
            </a:r>
            <a:endParaRPr lang="en-US" sz="1600" dirty="0"/>
          </a:p>
        </p:txBody>
      </p:sp>
      <p:sp>
        <p:nvSpPr>
          <p:cNvPr id="11" name="Step shape 3"/>
          <p:cNvSpPr/>
          <p:nvPr/>
        </p:nvSpPr>
        <p:spPr>
          <a:xfrm>
            <a:off x="6117336" y="1828800"/>
            <a:ext cx="2697480" cy="914400"/>
          </a:xfrm>
          <a:prstGeom prst="chevron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2" name="Step label 3"/>
          <p:cNvSpPr txBox="1"/>
          <p:nvPr/>
        </p:nvSpPr>
        <p:spPr>
          <a:xfrm>
            <a:off x="6665976" y="1828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Step 3</a:t>
            </a:r>
            <a:endParaRPr lang="en-US" sz="2000" dirty="0"/>
          </a:p>
        </p:txBody>
      </p:sp>
      <p:sp>
        <p:nvSpPr>
          <p:cNvPr id="13" name="Step heading 3"/>
          <p:cNvSpPr txBox="1"/>
          <p:nvPr/>
        </p:nvSpPr>
        <p:spPr>
          <a:xfrm>
            <a:off x="6208776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Step heading</a:t>
            </a:r>
            <a:endParaRPr lang="en-US" sz="2000" dirty="0"/>
          </a:p>
        </p:txBody>
      </p:sp>
      <p:sp>
        <p:nvSpPr>
          <p:cNvPr id="14" name="Step text 3"/>
          <p:cNvSpPr txBox="1"/>
          <p:nvPr/>
        </p:nvSpPr>
        <p:spPr>
          <a:xfrm>
            <a:off x="6208776" y="36118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sentence or two describing what happens in this step.</a:t>
            </a:r>
            <a:endParaRPr lang="en-US" sz="1600" dirty="0"/>
          </a:p>
        </p:txBody>
      </p:sp>
      <p:sp>
        <p:nvSpPr>
          <p:cNvPr id="15" name="Step shape 4"/>
          <p:cNvSpPr/>
          <p:nvPr/>
        </p:nvSpPr>
        <p:spPr>
          <a:xfrm>
            <a:off x="8855964" y="1828800"/>
            <a:ext cx="2697480" cy="914400"/>
          </a:xfrm>
          <a:prstGeom prst="chevron">
            <a:avLst/>
          </a:prstGeom>
          <a:solidFill>
            <a:schemeClr val="accent6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6" name="Step label 4"/>
          <p:cNvSpPr txBox="1"/>
          <p:nvPr/>
        </p:nvSpPr>
        <p:spPr>
          <a:xfrm>
            <a:off x="9404604" y="1828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Step 4</a:t>
            </a:r>
            <a:endParaRPr lang="en-US" sz="2000" dirty="0"/>
          </a:p>
        </p:txBody>
      </p:sp>
      <p:sp>
        <p:nvSpPr>
          <p:cNvPr id="17" name="Step heading 4"/>
          <p:cNvSpPr txBox="1"/>
          <p:nvPr/>
        </p:nvSpPr>
        <p:spPr>
          <a:xfrm>
            <a:off x="8947404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Step heading</a:t>
            </a:r>
            <a:endParaRPr lang="en-US" sz="2000" dirty="0"/>
          </a:p>
        </p:txBody>
      </p:sp>
      <p:sp>
        <p:nvSpPr>
          <p:cNvPr id="18" name="Step text 4"/>
          <p:cNvSpPr txBox="1"/>
          <p:nvPr/>
        </p:nvSpPr>
        <p:spPr>
          <a:xfrm>
            <a:off x="8947404" y="36118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sentence or two describing what happens in this step.</a:t>
            </a:r>
            <a:endParaRPr lang="en-US" sz="1600" dirty="0"/>
          </a:p>
        </p:txBody>
      </p:sp>
      <p:sp>
        <p:nvSpPr>
          <p:cNvPr id="19" name="Outcome panel"/>
          <p:cNvSpPr/>
          <p:nvPr/>
        </p:nvSpPr>
        <p:spPr>
          <a:xfrm>
            <a:off x="640080" y="5120640"/>
            <a:ext cx="10911535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20" name="Outcome text"/>
          <p:cNvSpPr txBox="1"/>
          <p:nvPr/>
        </p:nvSpPr>
        <p:spPr>
          <a:xfrm>
            <a:off x="1005840" y="512064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Outcome: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what the audience should have at the end of the process.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1" type="title" hasCustomPrompt="1"/>
          </p:nvPr>
        </p:nvSpPr>
        <p:spPr>
          <a:xfrm>
            <a:off x="640080" y="4572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Chart with commentary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>
            <p:ph idx="102" type="chart" hasCustomPrompt="1"/>
          </p:nvPr>
        </p:nvGraphicFramePr>
        <p:xfrm>
          <a:off x="640080" y="1783080"/>
          <a:ext cx="704088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Placeholder 4"/>
          <p:cNvSpPr/>
          <p:nvPr>
            <p:ph idx="103" type="body" hasCustomPrompt="1"/>
          </p:nvPr>
        </p:nvSpPr>
        <p:spPr>
          <a:xfrm>
            <a:off x="8275320" y="2057400"/>
            <a:ext cx="300197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Headline insight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the chart shows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Why it matters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to do next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0" type="title" hasCustomPrompt="1"/>
          </p:nvPr>
        </p:nvSpPr>
        <p:spPr>
          <a:xfrm>
            <a:off x="640080" y="4572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Trend over time</a:t>
            </a:r>
            <a:endParaRPr lang="en-US" sz="36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640080" y="1737360"/>
          <a:ext cx="10911535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 source"/>
          <p:cNvSpPr txBox="1"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Source or note about the data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0" type="title" hasCustomPrompt="1"/>
          </p:nvPr>
        </p:nvSpPr>
        <p:spPr>
          <a:xfrm>
            <a:off x="640080" y="4572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Two charts side by side</a:t>
            </a:r>
            <a:endParaRPr lang="en-US" sz="3600" dirty="0"/>
          </a:p>
        </p:txBody>
      </p:sp>
      <p:sp>
        <p:nvSpPr>
          <p:cNvPr id="3" name="Chart panel 1"/>
          <p:cNvSpPr/>
          <p:nvPr/>
        </p:nvSpPr>
        <p:spPr>
          <a:xfrm>
            <a:off x="640080" y="1783080"/>
            <a:ext cx="530352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4" name="Chart heading 1"/>
          <p:cNvSpPr txBox="1"/>
          <p:nvPr/>
        </p:nvSpPr>
        <p:spPr>
          <a:xfrm>
            <a:off x="96012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Share of total</a:t>
            </a:r>
            <a:endParaRPr lang="en-US" sz="2000" dirty="0"/>
          </a:p>
        </p:txBody>
      </p:sp>
      <p:sp>
        <p:nvSpPr>
          <p:cNvPr id="5" name="Chart panel 2"/>
          <p:cNvSpPr/>
          <p:nvPr/>
        </p:nvSpPr>
        <p:spPr>
          <a:xfrm>
            <a:off x="6248095" y="1783080"/>
            <a:ext cx="530352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6" name="Chart heading 2"/>
          <p:cNvSpPr txBox="1"/>
          <p:nvPr/>
        </p:nvSpPr>
        <p:spPr>
          <a:xfrm>
            <a:off x="6568135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Comparison</a:t>
            </a:r>
            <a:endParaRPr lang="en-US" sz="2000" dirty="0"/>
          </a:p>
        </p:txBody>
      </p:sp>
      <p:graphicFrame>
        <p:nvGraphicFramePr>
          <p:cNvPr id="7" name="Doughnut chart" descr=""/>
          <p:cNvGraphicFramePr/>
          <p:nvPr/>
        </p:nvGraphicFramePr>
        <p:xfrm>
          <a:off x="914400" y="246888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Bar chart" descr=""/>
          <p:cNvGraphicFramePr/>
          <p:nvPr/>
        </p:nvGraphicFramePr>
        <p:xfrm>
          <a:off x="6522415" y="246888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0" type="title" hasCustomPrompt="1"/>
          </p:nvPr>
        </p:nvSpPr>
        <p:spPr>
          <a:xfrm>
            <a:off x="640080" y="4572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Table</a:t>
            </a:r>
            <a:endParaRPr lang="en-US" sz="3600" dirty="0"/>
          </a:p>
        </p:txBody>
      </p:sp>
      <p:graphicFrame>
        <p:nvGraphicFramePr>
          <p:cNvPr id="22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286000"/>
                <a:gridCol w="2103120"/>
                <a:gridCol w="1600200"/>
                <a:gridCol w="1630375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Category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Owner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Change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Row label 1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0,000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+0.0%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Row label 2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0,000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+0.0%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Row label 3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0,000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+0.0%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Row label 4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0,000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+0.0%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Row label 5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0,000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+0.0%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able source"/>
          <p:cNvSpPr txBox="1"/>
          <p:nvPr/>
        </p:nvSpPr>
        <p:spPr>
          <a:xfrm>
            <a:off x="640080" y="56692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Source or note about the table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0" type="title" hasCustomPrompt="1"/>
          </p:nvPr>
        </p:nvSpPr>
        <p:spPr>
          <a:xfrm>
            <a:off x="640080" y="4572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Code or terminal output</a:t>
            </a:r>
            <a:endParaRPr lang="en-US" sz="3600" dirty="0"/>
          </a:p>
        </p:txBody>
      </p:sp>
      <p:sp>
        <p:nvSpPr>
          <p:cNvPr id="3" name="Terminal panel"/>
          <p:cNvSpPr/>
          <p:nvPr/>
        </p:nvSpPr>
        <p:spPr>
          <a:xfrm>
            <a:off x="640080" y="1783080"/>
            <a:ext cx="658368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4" name="Terminal dot 1"/>
          <p:cNvSpPr/>
          <p:nvPr/>
        </p:nvSpPr>
        <p:spPr>
          <a:xfrm>
            <a:off x="960120" y="2057400"/>
            <a:ext cx="164592" cy="164592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5" name="Terminal dot 2"/>
          <p:cNvSpPr/>
          <p:nvPr/>
        </p:nvSpPr>
        <p:spPr>
          <a:xfrm>
            <a:off x="1234440" y="2057400"/>
            <a:ext cx="164592" cy="164592"/>
          </a:xfrm>
          <a:prstGeom prst="ellipse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6" name="Terminal dot 3"/>
          <p:cNvSpPr/>
          <p:nvPr/>
        </p:nvSpPr>
        <p:spPr>
          <a:xfrm>
            <a:off x="1508760" y="2057400"/>
            <a:ext cx="164592" cy="164592"/>
          </a:xfrm>
          <a:prstGeom prst="ellipse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7" name="Terminal text"/>
          <p:cNvSpPr txBox="1"/>
          <p:nvPr/>
        </p:nvSpPr>
        <p:spPr>
          <a:xfrm>
            <a:off x="1005840" y="256032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Comment describing the step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init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--name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build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--release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Compiling 24 files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finished in 3.2s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run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--port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8080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Listening on http://localhost:8080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Press Ctrl+C to stop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test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--verbose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tests, 0 failures</a:t>
            </a:r>
            <a:endParaRPr lang="en-US" sz="1400" dirty="0"/>
          </a:p>
        </p:txBody>
      </p:sp>
      <p:sp>
        <p:nvSpPr>
          <p:cNvPr id="8" name="Code commentary"/>
          <p:cNvSpPr txBox="1"/>
          <p:nvPr/>
        </p:nvSpPr>
        <p:spPr>
          <a:xfrm>
            <a:off x="7680960" y="1783080"/>
            <a:ext cx="387065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What to notice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Explain the first command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Call out the key output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Point to the result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>
            <p:ph idx="105" type="title" hasCustomPrompt="1"/>
          </p:nvPr>
        </p:nvSpPr>
        <p:spPr>
          <a:xfrm>
            <a:off x="6035040" y="17373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Placeholder 3"/>
          <p:cNvSpPr/>
          <p:nvPr>
            <p:ph idx="106" type="body" hasCustomPrompt="1"/>
          </p:nvPr>
        </p:nvSpPr>
        <p:spPr>
          <a:xfrm>
            <a:off x="6035040" y="37490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Questions and discussion</a:t>
            </a:r>
            <a:endParaRPr lang="en-US" sz="2200" dirty="0"/>
          </a:p>
        </p:txBody>
      </p:sp>
      <p:sp>
        <p:nvSpPr>
          <p:cNvPr id="4" name="Text Placeholder 4"/>
          <p:cNvSpPr/>
          <p:nvPr>
            <p:ph idx="107" type="body" hasCustomPrompt="1"/>
          </p:nvPr>
        </p:nvSpPr>
        <p:spPr>
          <a:xfrm>
            <a:off x="6035040" y="5120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name@example.com · example.com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tlantis-Clogure">
  <a:themeElements>
    <a:clrScheme name="Aptlantis-Clogure">
      <a:dk1>
        <a:srgbClr val="01151E"/>
      </a:dk1>
      <a:lt1>
        <a:srgbClr val="FDFEFB"/>
      </a:lt1>
      <a:dk2>
        <a:srgbClr val="0F1E24"/>
      </a:dk2>
      <a:lt2>
        <a:srgbClr val="4787FF"/>
      </a:lt2>
      <a:accent1>
        <a:srgbClr val="B8F988"/>
      </a:accent1>
      <a:accent2>
        <a:srgbClr val="6C8FAE"/>
      </a:accent2>
      <a:accent3>
        <a:srgbClr val="3EB0C7"/>
      </a:accent3>
      <a:accent4>
        <a:srgbClr val="6C8FAE"/>
      </a:accent4>
      <a:accent5>
        <a:srgbClr val="B8F988"/>
      </a:accent5>
      <a:accent6>
        <a:srgbClr val="4888FF"/>
      </a:accent6>
      <a:hlink>
        <a:srgbClr val="B8F988"/>
      </a:hlink>
      <a:folHlink>
        <a:srgbClr val="6C8FAE"/>
      </a:folHlink>
    </a:clrScheme>
    <a:fontScheme name="Aptlantis-Clogur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subject>PptxGenJS Presentation</dc:subject>
  <dc:creator>PptxGenJS</dc:creator>
  <cp:lastModifiedBy>PptxGenJS</cp:lastModifiedBy>
  <cp:revision>1</cp:revision>
  <dcterms:created xsi:type="dcterms:W3CDTF">2026-10-09T08:41:20Z</dcterms:created>
  <dcterms:modified xsi:type="dcterms:W3CDTF">2026-10-09T08:41:20Z</dcterms:modified>
</cp:coreProperties>
</file>