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-Scratch">
      <a:dk1>
        <a:srgbClr val="011833"/>
      </a:dk1>
      <a:lt1>
        <a:srgbClr val="FEFEFD"/>
      </a:lt1>
      <a:dk2>
        <a:srgbClr val="122235"/>
      </a:dk2>
      <a:lt2>
        <a:srgbClr val="A975FF"/>
      </a:lt2>
      <a:accent1>
        <a:srgbClr val="FC9E1E"/>
      </a:accent1>
      <a:accent2>
        <a:srgbClr val="8097AF"/>
      </a:accent2>
      <a:accent3>
        <a:srgbClr val="2CC0FB"/>
      </a:accent3>
      <a:accent4>
        <a:srgbClr val="8097AF"/>
      </a:accent4>
      <a:accent5>
        <a:srgbClr val="FA8112"/>
      </a:accent5>
      <a:accent6>
        <a:srgbClr val="53A360"/>
      </a:accent6>
      <a:hlink>
        <a:srgbClr val="FC9E1E"/>
      </a:hlink>
      <a:folHlink>
        <a:srgbClr val="8097A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crat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-Scratch">
      <a:dk1>
        <a:srgbClr val="011833"/>
      </a:dk1>
      <a:lt1>
        <a:srgbClr val="FEFEFD"/>
      </a:lt1>
      <a:dk2>
        <a:srgbClr val="122235"/>
      </a:dk2>
      <a:lt2>
        <a:srgbClr val="A975FF"/>
      </a:lt2>
      <a:accent1>
        <a:srgbClr val="FC9E1E"/>
      </a:accent1>
      <a:accent2>
        <a:srgbClr val="8097AF"/>
      </a:accent2>
      <a:accent3>
        <a:srgbClr val="2CC0FB"/>
      </a:accent3>
      <a:accent4>
        <a:srgbClr val="8097AF"/>
      </a:accent4>
      <a:accent5>
        <a:srgbClr val="FA8112"/>
      </a:accent5>
      <a:accent6>
        <a:srgbClr val="53A360"/>
      </a:accent6>
      <a:hlink>
        <a:srgbClr val="FC9E1E"/>
      </a:hlink>
      <a:folHlink>
        <a:srgbClr val="8097A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crat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Aptlantis-Scratch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#011833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#FEFEFD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#122235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#A975FF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#FC9E1E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#8097AF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#2CC0FB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#8097AF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#FA8112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#53A360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#FC9E1E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#8097AF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-Scratch">
      <a:dk1>
        <a:srgbClr val="011833"/>
      </a:dk1>
      <a:lt1>
        <a:srgbClr val="FEFEFD"/>
      </a:lt1>
      <a:dk2>
        <a:srgbClr val="122235"/>
      </a:dk2>
      <a:lt2>
        <a:srgbClr val="A975FF"/>
      </a:lt2>
      <a:accent1>
        <a:srgbClr val="FC9E1E"/>
      </a:accent1>
      <a:accent2>
        <a:srgbClr val="8097AF"/>
      </a:accent2>
      <a:accent3>
        <a:srgbClr val="2CC0FB"/>
      </a:accent3>
      <a:accent4>
        <a:srgbClr val="8097AF"/>
      </a:accent4>
      <a:accent5>
        <a:srgbClr val="FA8112"/>
      </a:accent5>
      <a:accent6>
        <a:srgbClr val="53A360"/>
      </a:accent6>
      <a:hlink>
        <a:srgbClr val="FC9E1E"/>
      </a:hlink>
      <a:folHlink>
        <a:srgbClr val="8097A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Scrat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